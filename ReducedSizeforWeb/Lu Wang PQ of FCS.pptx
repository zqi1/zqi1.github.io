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 Wang" initials="LW" lastIdx="1" clrIdx="0">
    <p:extLst>
      <p:ext uri="{19B8F6BF-5375-455C-9EA6-DF929625EA0E}">
        <p15:presenceInfo xmlns:p15="http://schemas.microsoft.com/office/powerpoint/2012/main" userId="Lu W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B0F0"/>
    <a:srgbClr val="009EC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CEA22-F1E5-4850-8846-CFA612CF9699}" v="18" dt="2025-04-16T09:53:22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9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an Qin" userId="5b548037c4e35ee7" providerId="LiveId" clId="{33BCEA22-F1E5-4850-8846-CFA612CF9699}"/>
    <pc:docChg chg="undo custSel modSld">
      <pc:chgData name="Zian Qin" userId="5b548037c4e35ee7" providerId="LiveId" clId="{33BCEA22-F1E5-4850-8846-CFA612CF9699}" dt="2025-04-16T09:54:17.432" v="124" actId="171"/>
      <pc:docMkLst>
        <pc:docMk/>
      </pc:docMkLst>
      <pc:sldChg chg="addSp delSp modSp mod">
        <pc:chgData name="Zian Qin" userId="5b548037c4e35ee7" providerId="LiveId" clId="{33BCEA22-F1E5-4850-8846-CFA612CF9699}" dt="2025-04-16T09:54:17.432" v="124" actId="171"/>
        <pc:sldMkLst>
          <pc:docMk/>
          <pc:sldMk cId="1652084785" sldId="256"/>
        </pc:sldMkLst>
        <pc:spChg chg="add mod ord">
          <ac:chgData name="Zian Qin" userId="5b548037c4e35ee7" providerId="LiveId" clId="{33BCEA22-F1E5-4850-8846-CFA612CF9699}" dt="2025-04-16T09:54:17.432" v="124" actId="171"/>
          <ac:spMkLst>
            <pc:docMk/>
            <pc:sldMk cId="1652084785" sldId="256"/>
            <ac:spMk id="2" creationId="{A0208463-AE2D-12A1-FF27-A0DE7C1C702A}"/>
          </ac:spMkLst>
        </pc:spChg>
        <pc:spChg chg="mod">
          <ac:chgData name="Zian Qin" userId="5b548037c4e35ee7" providerId="LiveId" clId="{33BCEA22-F1E5-4850-8846-CFA612CF9699}" dt="2025-04-16T09:53:07.440" v="103" actId="14100"/>
          <ac:spMkLst>
            <pc:docMk/>
            <pc:sldMk cId="1652084785" sldId="256"/>
            <ac:spMk id="184" creationId="{AE164EAF-F151-4727-9419-7B6A011CA310}"/>
          </ac:spMkLst>
        </pc:spChg>
        <pc:spChg chg="del mod">
          <ac:chgData name="Zian Qin" userId="5b548037c4e35ee7" providerId="LiveId" clId="{33BCEA22-F1E5-4850-8846-CFA612CF9699}" dt="2025-04-16T09:53:22.046" v="105" actId="478"/>
          <ac:spMkLst>
            <pc:docMk/>
            <pc:sldMk cId="1652084785" sldId="256"/>
            <ac:spMk id="261" creationId="{C57B27F3-F562-4D5A-BF8F-F40F283FF3E8}"/>
          </ac:spMkLst>
        </pc:spChg>
        <pc:spChg chg="mod">
          <ac:chgData name="Zian Qin" userId="5b548037c4e35ee7" providerId="LiveId" clId="{33BCEA22-F1E5-4850-8846-CFA612CF9699}" dt="2025-04-16T09:50:24.049" v="80" actId="1038"/>
          <ac:spMkLst>
            <pc:docMk/>
            <pc:sldMk cId="1652084785" sldId="256"/>
            <ac:spMk id="410" creationId="{0253AD88-0401-45B6-AFB7-6C921CC7B3A7}"/>
          </ac:spMkLst>
        </pc:spChg>
      </pc:sldChg>
      <pc:sldChg chg="addSp delSp modSp mod">
        <pc:chgData name="Zian Qin" userId="5b548037c4e35ee7" providerId="LiveId" clId="{33BCEA22-F1E5-4850-8846-CFA612CF9699}" dt="2025-04-16T09:52:51.173" v="102"/>
        <pc:sldMkLst>
          <pc:docMk/>
          <pc:sldMk cId="1078418885" sldId="257"/>
        </pc:sldMkLst>
        <pc:spChg chg="mod">
          <ac:chgData name="Zian Qin" userId="5b548037c4e35ee7" providerId="LiveId" clId="{33BCEA22-F1E5-4850-8846-CFA612CF9699}" dt="2025-04-16T09:50:37.296" v="82"/>
          <ac:spMkLst>
            <pc:docMk/>
            <pc:sldMk cId="1078418885" sldId="257"/>
            <ac:spMk id="3" creationId="{9C01E665-8E86-8969-66C5-C6D007A32D0C}"/>
          </ac:spMkLst>
        </pc:spChg>
        <pc:spChg chg="mod">
          <ac:chgData name="Zian Qin" userId="5b548037c4e35ee7" providerId="LiveId" clId="{33BCEA22-F1E5-4850-8846-CFA612CF9699}" dt="2025-04-16T09:50:37.296" v="82"/>
          <ac:spMkLst>
            <pc:docMk/>
            <pc:sldMk cId="1078418885" sldId="257"/>
            <ac:spMk id="6" creationId="{74083E08-1A64-E739-8DE9-4EE364AE9E9C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15" creationId="{5A112EA6-4502-42F5-9F64-DA994B64F97F}"/>
          </ac:spMkLst>
        </pc:spChg>
        <pc:spChg chg="add 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18" creationId="{0EF4C142-CC79-E89A-DDCB-F9A0CE8BD23B}"/>
          </ac:spMkLst>
        </pc:spChg>
        <pc:spChg chg="add 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23" creationId="{D763F8A0-E5BC-8616-E324-FF0A265CF5FA}"/>
          </ac:spMkLst>
        </pc:spChg>
        <pc:spChg chg="add 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35" creationId="{C22C96C8-96D1-61C1-8F86-BCB7D298F104}"/>
          </ac:spMkLst>
        </pc:spChg>
        <pc:spChg chg="add 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40" creationId="{E5317438-BDAA-3B24-016D-EE42C7E7C6DE}"/>
          </ac:spMkLst>
        </pc:spChg>
        <pc:spChg chg="add 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50" creationId="{D6A5D0CA-9518-32A7-13F5-182FF6870F05}"/>
          </ac:spMkLst>
        </pc:spChg>
        <pc:spChg chg="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61" creationId="{2FB724ED-72FB-8981-3F1C-8A38F969CF30}"/>
          </ac:spMkLst>
        </pc:spChg>
        <pc:spChg chg="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65" creationId="{D1652073-FAF4-8CF1-26A8-3FCBB9ADB837}"/>
          </ac:spMkLst>
        </pc:spChg>
        <pc:spChg chg="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71" creationId="{A43012FE-172E-059E-0C7B-F91059964236}"/>
          </ac:spMkLst>
        </pc:spChg>
        <pc:spChg chg="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73" creationId="{1B437776-6195-B32C-E039-F1F0A60B7225}"/>
          </ac:spMkLst>
        </pc:spChg>
        <pc:spChg chg="mod">
          <ac:chgData name="Zian Qin" userId="5b548037c4e35ee7" providerId="LiveId" clId="{33BCEA22-F1E5-4850-8846-CFA612CF9699}" dt="2025-04-16T09:51:29.715" v="92"/>
          <ac:spMkLst>
            <pc:docMk/>
            <pc:sldMk cId="1078418885" sldId="257"/>
            <ac:spMk id="74" creationId="{D86ED006-201E-81B0-C0AB-564935529B1B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80" creationId="{9775A6CE-9A1D-31E1-4086-3D7183446EB2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92" creationId="{DD8D8C33-784F-A410-3EC3-2BD5B84910CA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94" creationId="{A5C28BB6-82A8-5F7F-1127-7DAC27BBB366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95" creationId="{E024E778-3BAC-264D-3959-F1482D70CA7A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99" creationId="{9B17BB3F-7E57-6909-5E7A-DE073D18FAF5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106" creationId="{2ECFD04B-5EAC-F813-B8FF-1A4FA08B8D98}"/>
          </ac:spMkLst>
        </pc:spChg>
        <pc:spChg chg="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108" creationId="{186AD029-6FF1-4E1A-AC74-CCECDB8B11CB}"/>
          </ac:spMkLst>
        </pc:spChg>
        <pc:spChg chg="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126" creationId="{00C26A7B-5043-CB9E-6BDD-6971E7A2B377}"/>
          </ac:spMkLst>
        </pc:spChg>
        <pc:spChg chg="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144" creationId="{870FF9B7-85A0-6F23-D21C-91A49DBB7919}"/>
          </ac:spMkLst>
        </pc:spChg>
        <pc:spChg chg="add mod">
          <ac:chgData name="Zian Qin" userId="5b548037c4e35ee7" providerId="LiveId" clId="{33BCEA22-F1E5-4850-8846-CFA612CF9699}" dt="2025-04-16T09:52:42.372" v="98"/>
          <ac:spMkLst>
            <pc:docMk/>
            <pc:sldMk cId="1078418885" sldId="257"/>
            <ac:spMk id="145" creationId="{1430D9CF-6AC8-88B2-C145-94323E7DE735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171" creationId="{F84C3B75-E5ED-C29D-5190-B1B7DDCA8D15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176" creationId="{8BD33816-2C03-19C9-2278-2BD1936EE7F6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180" creationId="{98F5125C-2D97-F827-6941-54AF6830FD42}"/>
          </ac:spMkLst>
        </pc:spChg>
        <pc:spChg chg="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183" creationId="{D35D6180-C4D0-4B93-9C43-FE862D85D520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184" creationId="{AE164EAF-F151-4727-9419-7B6A011CA310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187" creationId="{28BD24BD-CF46-9670-CC56-93A876FC0F02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190" creationId="{BE0DA534-8F99-6E82-E565-D70128D20B0E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201" creationId="{2360DE12-B79C-AC67-BCE4-7ED180B8822E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02" creationId="{5FE2232C-2624-4F5A-838A-87D1BFEE0434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08" creationId="{B1E2078A-9D38-47B5-B0CD-47F0D195A8FC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09" creationId="{9FD474E1-3D44-45B8-AEC7-651563BBBCA1}"/>
          </ac:spMkLst>
        </pc:spChg>
        <pc:spChg chg="add">
          <ac:chgData name="Zian Qin" userId="5b548037c4e35ee7" providerId="LiveId" clId="{33BCEA22-F1E5-4850-8846-CFA612CF9699}" dt="2025-04-16T09:52:46.617" v="99" actId="478"/>
          <ac:spMkLst>
            <pc:docMk/>
            <pc:sldMk cId="1078418885" sldId="257"/>
            <ac:spMk id="211" creationId="{96931897-8021-4C4F-9395-63600987F5E1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17" creationId="{62990073-EC99-4FC9-87D4-30164AF697C1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18" creationId="{AA7B7284-DFDC-44F0-995E-02CBD178D3F6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19" creationId="{58A31298-1431-49BF-B7D9-63D619444B01}"/>
          </ac:spMkLst>
        </pc:spChg>
        <pc:spChg chg="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224" creationId="{7B072C11-2AF8-3EB1-A213-693BEF2AE963}"/>
          </ac:spMkLst>
        </pc:spChg>
        <pc:spChg chg="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233" creationId="{DBE4DE3E-61DD-738E-6ADC-3BA3C52A7D27}"/>
          </ac:spMkLst>
        </pc:spChg>
        <pc:spChg chg="add del">
          <ac:chgData name="Zian Qin" userId="5b548037c4e35ee7" providerId="LiveId" clId="{33BCEA22-F1E5-4850-8846-CFA612CF9699}" dt="2025-04-16T09:52:50.168" v="101" actId="478"/>
          <ac:spMkLst>
            <pc:docMk/>
            <pc:sldMk cId="1078418885" sldId="257"/>
            <ac:spMk id="261" creationId="{C57B27F3-F562-4D5A-BF8F-F40F283FF3E8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280" creationId="{4374B9F4-AD1B-CAC4-10F0-7FA5F3406D6B}"/>
          </ac:spMkLst>
        </pc:spChg>
        <pc:spChg chg="add mod">
          <ac:chgData name="Zian Qin" userId="5b548037c4e35ee7" providerId="LiveId" clId="{33BCEA22-F1E5-4850-8846-CFA612CF9699}" dt="2025-04-16T09:52:47.795" v="100"/>
          <ac:spMkLst>
            <pc:docMk/>
            <pc:sldMk cId="1078418885" sldId="257"/>
            <ac:spMk id="283" creationId="{76B76098-3428-BE93-C4CB-AABB938985F6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288" creationId="{056B6C91-F18C-8704-D73C-921D6EB49A45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294" creationId="{5706F0D9-1B06-EB67-685D-3DA4FF44BB9D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299" creationId="{6B9EE041-274C-E20C-778C-1605432238D9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00" creationId="{77F6743B-BF11-5403-5602-DA03A75B67A8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03" creationId="{8FF260D0-E082-239D-A1FE-E7CFD61CD95A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14" creationId="{886A2799-3820-FC38-463B-2A107763F6B0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16" creationId="{4AE28B6E-0A9B-1F0D-240C-E846BD740740}"/>
          </ac:spMkLst>
        </pc:spChg>
        <pc:spChg chg="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46" creationId="{502E44C3-7666-7EEC-B46F-4F3B01363F07}"/>
          </ac:spMkLst>
        </pc:spChg>
        <pc:spChg chg="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53" creationId="{47C4367A-3B05-9076-B00D-4B7F2242A790}"/>
          </ac:spMkLst>
        </pc:spChg>
        <pc:spChg chg="add mod">
          <ac:chgData name="Zian Qin" userId="5b548037c4e35ee7" providerId="LiveId" clId="{33BCEA22-F1E5-4850-8846-CFA612CF9699}" dt="2025-04-16T09:52:51.173" v="102"/>
          <ac:spMkLst>
            <pc:docMk/>
            <pc:sldMk cId="1078418885" sldId="257"/>
            <ac:spMk id="371" creationId="{FFDF65DF-7FA2-D377-2456-DF456D33E6CB}"/>
          </ac:spMkLst>
        </pc:spChg>
        <pc:grpChg chg="add mod">
          <ac:chgData name="Zian Qin" userId="5b548037c4e35ee7" providerId="LiveId" clId="{33BCEA22-F1E5-4850-8846-CFA612CF9699}" dt="2025-04-16T09:50:37.296" v="82"/>
          <ac:grpSpMkLst>
            <pc:docMk/>
            <pc:sldMk cId="1078418885" sldId="257"/>
            <ac:grpSpMk id="2" creationId="{9CAFC8BF-E21A-A756-BF17-25FE016B1BB1}"/>
          </ac:grpSpMkLst>
        </pc:grpChg>
        <pc:grpChg chg="del">
          <ac:chgData name="Zian Qin" userId="5b548037c4e35ee7" providerId="LiveId" clId="{33BCEA22-F1E5-4850-8846-CFA612CF9699}" dt="2025-04-16T09:50:36.227" v="81" actId="478"/>
          <ac:grpSpMkLst>
            <pc:docMk/>
            <pc:sldMk cId="1078418885" sldId="257"/>
            <ac:grpSpMk id="12" creationId="{A9CCB268-DB1A-4EB4-A853-58862DACBE3F}"/>
          </ac:grpSpMkLst>
        </pc:grpChg>
      </pc:sldChg>
      <pc:sldChg chg="addSp delSp modSp mod">
        <pc:chgData name="Zian Qin" userId="5b548037c4e35ee7" providerId="LiveId" clId="{33BCEA22-F1E5-4850-8846-CFA612CF9699}" dt="2025-04-16T09:52:37.202" v="96"/>
        <pc:sldMkLst>
          <pc:docMk/>
          <pc:sldMk cId="3842485020" sldId="259"/>
        </pc:sldMkLst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5" creationId="{6861EFD2-829B-4E10-ACFB-641DE688307B}"/>
          </ac:spMkLst>
        </pc:spChg>
        <pc:spChg chg="mod">
          <ac:chgData name="Zian Qin" userId="5b548037c4e35ee7" providerId="LiveId" clId="{33BCEA22-F1E5-4850-8846-CFA612CF9699}" dt="2025-04-16T09:50:41.734" v="84"/>
          <ac:spMkLst>
            <pc:docMk/>
            <pc:sldMk cId="3842485020" sldId="259"/>
            <ac:spMk id="7" creationId="{DE95F47C-F85F-B221-48D8-4226498795FE}"/>
          </ac:spMkLst>
        </pc:spChg>
        <pc:spChg chg="mod">
          <ac:chgData name="Zian Qin" userId="5b548037c4e35ee7" providerId="LiveId" clId="{33BCEA22-F1E5-4850-8846-CFA612CF9699}" dt="2025-04-16T09:50:41.734" v="84"/>
          <ac:spMkLst>
            <pc:docMk/>
            <pc:sldMk cId="3842485020" sldId="259"/>
            <ac:spMk id="9" creationId="{C2F7BC2A-E08F-A57F-7FB0-BF481DE49847}"/>
          </ac:spMkLst>
        </pc:spChg>
        <pc:spChg chg="add 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11" creationId="{21623838-2070-CF52-A11B-65ACA29F2191}"/>
          </ac:spMkLst>
        </pc:spChg>
        <pc:spChg chg="add 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15" creationId="{4B64B177-FB28-802F-4DC3-017F257FFCB4}"/>
          </ac:spMkLst>
        </pc:spChg>
        <pc:spChg chg="add 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16" creationId="{BFC0CF11-431C-F1B0-9753-60FE19F4E21F}"/>
          </ac:spMkLst>
        </pc:spChg>
        <pc:spChg chg="add 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21" creationId="{9DA63A46-F0D1-6C5A-1BB0-B46413AD912A}"/>
          </ac:spMkLst>
        </pc:spChg>
        <pc:spChg chg="add 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50" creationId="{15A32E2F-B25E-19BA-44E4-3AD27C5F3814}"/>
          </ac:spMkLst>
        </pc:spChg>
        <pc:spChg chg="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57" creationId="{4A73E96F-00CA-6A1C-7C10-554DE931B35A}"/>
          </ac:spMkLst>
        </pc:spChg>
        <pc:spChg chg="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69" creationId="{2A197D66-CD80-79C8-47D2-2C3FC40FDC25}"/>
          </ac:spMkLst>
        </pc:spChg>
        <pc:spChg chg="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70" creationId="{5E6DA715-005C-AF70-8435-67A1D802E52B}"/>
          </ac:spMkLst>
        </pc:spChg>
        <pc:spChg chg="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75" creationId="{196F2365-2F01-C40E-85E3-E71D31D067AD}"/>
          </ac:spMkLst>
        </pc:spChg>
        <pc:spChg chg="add mod">
          <ac:chgData name="Zian Qin" userId="5b548037c4e35ee7" providerId="LiveId" clId="{33BCEA22-F1E5-4850-8846-CFA612CF9699}" dt="2025-04-16T09:51:23.850" v="90"/>
          <ac:spMkLst>
            <pc:docMk/>
            <pc:sldMk cId="3842485020" sldId="259"/>
            <ac:spMk id="82" creationId="{773B96F9-C7A8-F4EC-0C1B-641717E9EAC7}"/>
          </ac:spMkLst>
        </pc:spChg>
        <pc:spChg chg="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91" creationId="{29A7FC69-367C-C70C-E27B-8E5B4C394206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93" creationId="{DC7ADBFF-1239-E191-8060-2B6F3878E0F0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97" creationId="{0A1FF0E5-E70F-B69A-6F17-E02C359924B0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02" creationId="{CB8A05AE-2A73-CC68-C9C5-489C321A6CBB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09" creationId="{27A5733C-9B2D-A116-7DAE-12371967DBEE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12" creationId="{9F65CBAF-1A48-ACB9-811A-52099CE178EE}"/>
          </ac:spMkLst>
        </pc:spChg>
        <pc:spChg chg="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43" creationId="{70794D3C-6838-1E2E-A1DC-7C04887722A2}"/>
          </ac:spMkLst>
        </pc:spChg>
        <pc:spChg chg="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45" creationId="{E99AE63A-4924-8092-AD6E-D42517B0317E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69" creationId="{23799AFF-69E7-8DC1-BE66-5055108C748A}"/>
          </ac:spMkLst>
        </pc:spChg>
        <pc:spChg chg="add mod">
          <ac:chgData name="Zian Qin" userId="5b548037c4e35ee7" providerId="LiveId" clId="{33BCEA22-F1E5-4850-8846-CFA612CF9699}" dt="2025-04-16T09:52:37.202" v="96"/>
          <ac:spMkLst>
            <pc:docMk/>
            <pc:sldMk cId="3842485020" sldId="259"/>
            <ac:spMk id="174" creationId="{CB1AC8B4-087D-1435-0D91-78664B415DF7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183" creationId="{D35D6180-C4D0-4B93-9C43-FE862D85D520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04" creationId="{CB76AF0A-5DFB-48A3-85F3-A07BC934CA15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07" creationId="{E54E62DD-48B5-40AE-A5D2-4449D0BCBFFA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09" creationId="{9FD474E1-3D44-45B8-AEC7-651563BBBCA1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12" creationId="{BDD3071E-ED4F-4056-811C-507B7B5AB209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13" creationId="{4E2828FF-9193-4771-8DFF-95DDDE7481F8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14" creationId="{CD4F712B-FB6A-402F-A38D-3AB0EA35E5F3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18" creationId="{AA7B7284-DFDC-44F0-995E-02CBD178D3F6}"/>
          </ac:spMkLst>
        </pc:spChg>
        <pc:spChg chg="add del">
          <ac:chgData name="Zian Qin" userId="5b548037c4e35ee7" providerId="LiveId" clId="{33BCEA22-F1E5-4850-8846-CFA612CF9699}" dt="2025-04-16T09:52:36.935" v="95" actId="478"/>
          <ac:spMkLst>
            <pc:docMk/>
            <pc:sldMk cId="3842485020" sldId="259"/>
            <ac:spMk id="219" creationId="{58A31298-1431-49BF-B7D9-63D619444B01}"/>
          </ac:spMkLst>
        </pc:spChg>
        <pc:grpChg chg="add mod">
          <ac:chgData name="Zian Qin" userId="5b548037c4e35ee7" providerId="LiveId" clId="{33BCEA22-F1E5-4850-8846-CFA612CF9699}" dt="2025-04-16T09:50:41.734" v="84"/>
          <ac:grpSpMkLst>
            <pc:docMk/>
            <pc:sldMk cId="3842485020" sldId="259"/>
            <ac:grpSpMk id="6" creationId="{47CA5A27-E3F9-0CD0-07A4-8249591950AD}"/>
          </ac:grpSpMkLst>
        </pc:grpChg>
        <pc:grpChg chg="del">
          <ac:chgData name="Zian Qin" userId="5b548037c4e35ee7" providerId="LiveId" clId="{33BCEA22-F1E5-4850-8846-CFA612CF9699}" dt="2025-04-16T09:50:40.769" v="83" actId="478"/>
          <ac:grpSpMkLst>
            <pc:docMk/>
            <pc:sldMk cId="3842485020" sldId="259"/>
            <ac:grpSpMk id="262" creationId="{42E2718C-82C9-46D0-A105-3A0C1C1185A3}"/>
          </ac:grpSpMkLst>
        </pc:grpChg>
      </pc:sldChg>
      <pc:sldChg chg="addSp delSp modSp mod">
        <pc:chgData name="Zian Qin" userId="5b548037c4e35ee7" providerId="LiveId" clId="{33BCEA22-F1E5-4850-8846-CFA612CF9699}" dt="2025-04-16T09:50:45.898" v="86"/>
        <pc:sldMkLst>
          <pc:docMk/>
          <pc:sldMk cId="1696214748" sldId="260"/>
        </pc:sldMkLst>
        <pc:spChg chg="mod">
          <ac:chgData name="Zian Qin" userId="5b548037c4e35ee7" providerId="LiveId" clId="{33BCEA22-F1E5-4850-8846-CFA612CF9699}" dt="2025-04-16T09:48:51.870" v="59" actId="1035"/>
          <ac:spMkLst>
            <pc:docMk/>
            <pc:sldMk cId="1696214748" sldId="260"/>
            <ac:spMk id="5" creationId="{6861EFD2-829B-4E10-ACFB-641DE688307B}"/>
          </ac:spMkLst>
        </pc:spChg>
        <pc:spChg chg="mod">
          <ac:chgData name="Zian Qin" userId="5b548037c4e35ee7" providerId="LiveId" clId="{33BCEA22-F1E5-4850-8846-CFA612CF9699}" dt="2025-04-16T09:50:45.898" v="86"/>
          <ac:spMkLst>
            <pc:docMk/>
            <pc:sldMk cId="1696214748" sldId="260"/>
            <ac:spMk id="7" creationId="{3E44C67B-4B84-51A7-CD39-C49E99F5939F}"/>
          </ac:spMkLst>
        </pc:spChg>
        <pc:spChg chg="mod">
          <ac:chgData name="Zian Qin" userId="5b548037c4e35ee7" providerId="LiveId" clId="{33BCEA22-F1E5-4850-8846-CFA612CF9699}" dt="2025-04-16T09:48:51.870" v="59" actId="1035"/>
          <ac:spMkLst>
            <pc:docMk/>
            <pc:sldMk cId="1696214748" sldId="260"/>
            <ac:spMk id="8" creationId="{41710BBC-E61C-4958-A11E-305780777DE5}"/>
          </ac:spMkLst>
        </pc:spChg>
        <pc:spChg chg="mod">
          <ac:chgData name="Zian Qin" userId="5b548037c4e35ee7" providerId="LiveId" clId="{33BCEA22-F1E5-4850-8846-CFA612CF9699}" dt="2025-04-16T09:50:45.898" v="86"/>
          <ac:spMkLst>
            <pc:docMk/>
            <pc:sldMk cId="1696214748" sldId="260"/>
            <ac:spMk id="9" creationId="{7D35B141-DF06-98B4-A660-CC186EC6A316}"/>
          </ac:spMkLst>
        </pc:spChg>
        <pc:spChg chg="mod">
          <ac:chgData name="Zian Qin" userId="5b548037c4e35ee7" providerId="LiveId" clId="{33BCEA22-F1E5-4850-8846-CFA612CF9699}" dt="2025-04-16T09:49:57.201" v="69" actId="14100"/>
          <ac:spMkLst>
            <pc:docMk/>
            <pc:sldMk cId="1696214748" sldId="260"/>
            <ac:spMk id="184" creationId="{AE164EAF-F151-4727-9419-7B6A011CA310}"/>
          </ac:spMkLst>
        </pc:spChg>
        <pc:spChg chg="mod">
          <ac:chgData name="Zian Qin" userId="5b548037c4e35ee7" providerId="LiveId" clId="{33BCEA22-F1E5-4850-8846-CFA612CF9699}" dt="2025-04-16T09:48:02.810" v="22" actId="14100"/>
          <ac:spMkLst>
            <pc:docMk/>
            <pc:sldMk cId="1696214748" sldId="260"/>
            <ac:spMk id="261" creationId="{C57B27F3-F562-4D5A-BF8F-F40F283FF3E8}"/>
          </ac:spMkLst>
        </pc:spChg>
        <pc:spChg chg="mod">
          <ac:chgData name="Zian Qin" userId="5b548037c4e35ee7" providerId="LiveId" clId="{33BCEA22-F1E5-4850-8846-CFA612CF9699}" dt="2025-04-16T09:48:51.870" v="59" actId="1035"/>
          <ac:spMkLst>
            <pc:docMk/>
            <pc:sldMk cId="1696214748" sldId="260"/>
            <ac:spMk id="284" creationId="{1D3E4DCD-C2BA-4C8D-A735-63302DD2D56A}"/>
          </ac:spMkLst>
        </pc:spChg>
        <pc:grpChg chg="add mod">
          <ac:chgData name="Zian Qin" userId="5b548037c4e35ee7" providerId="LiveId" clId="{33BCEA22-F1E5-4850-8846-CFA612CF9699}" dt="2025-04-16T09:50:45.898" v="86"/>
          <ac:grpSpMkLst>
            <pc:docMk/>
            <pc:sldMk cId="1696214748" sldId="260"/>
            <ac:grpSpMk id="6" creationId="{BE625C28-FC43-4B62-47F8-B263C54425D9}"/>
          </ac:grpSpMkLst>
        </pc:grpChg>
        <pc:grpChg chg="del">
          <ac:chgData name="Zian Qin" userId="5b548037c4e35ee7" providerId="LiveId" clId="{33BCEA22-F1E5-4850-8846-CFA612CF9699}" dt="2025-04-16T09:50:44.940" v="85" actId="478"/>
          <ac:grpSpMkLst>
            <pc:docMk/>
            <pc:sldMk cId="1696214748" sldId="260"/>
            <ac:grpSpMk id="280" creationId="{340A9EC5-DCC0-4607-AA87-A5AFAC45F026}"/>
          </ac:grpSpMkLst>
        </pc:grpChg>
      </pc:sldChg>
      <pc:sldChg chg="addSp delSp modSp mod">
        <pc:chgData name="Zian Qin" userId="5b548037c4e35ee7" providerId="LiveId" clId="{33BCEA22-F1E5-4850-8846-CFA612CF9699}" dt="2025-04-16T09:50:50.710" v="88"/>
        <pc:sldMkLst>
          <pc:docMk/>
          <pc:sldMk cId="600189194" sldId="261"/>
        </pc:sldMkLst>
        <pc:spChg chg="add mod ord">
          <ac:chgData name="Zian Qin" userId="5b548037c4e35ee7" providerId="LiveId" clId="{33BCEA22-F1E5-4850-8846-CFA612CF9699}" dt="2025-04-16T09:49:41.133" v="67" actId="171"/>
          <ac:spMkLst>
            <pc:docMk/>
            <pc:sldMk cId="600189194" sldId="261"/>
            <ac:spMk id="2" creationId="{942B9DAE-4064-8BC4-17EF-877E40DB8584}"/>
          </ac:spMkLst>
        </pc:spChg>
        <pc:spChg chg="mod">
          <ac:chgData name="Zian Qin" userId="5b548037c4e35ee7" providerId="LiveId" clId="{33BCEA22-F1E5-4850-8846-CFA612CF9699}" dt="2025-04-16T09:50:50.710" v="88"/>
          <ac:spMkLst>
            <pc:docMk/>
            <pc:sldMk cId="600189194" sldId="261"/>
            <ac:spMk id="6" creationId="{154A9DE6-6FC9-2BEC-382D-F24F94EA88B6}"/>
          </ac:spMkLst>
        </pc:spChg>
        <pc:spChg chg="mod">
          <ac:chgData name="Zian Qin" userId="5b548037c4e35ee7" providerId="LiveId" clId="{33BCEA22-F1E5-4850-8846-CFA612CF9699}" dt="2025-04-16T09:50:50.710" v="88"/>
          <ac:spMkLst>
            <pc:docMk/>
            <pc:sldMk cId="600189194" sldId="261"/>
            <ac:spMk id="7" creationId="{6F1531A8-CB3C-804D-8177-11FF022E7555}"/>
          </ac:spMkLst>
        </pc:spChg>
        <pc:spChg chg="mod">
          <ac:chgData name="Zian Qin" userId="5b548037c4e35ee7" providerId="LiveId" clId="{33BCEA22-F1E5-4850-8846-CFA612CF9699}" dt="2025-04-16T09:48:34.148" v="54" actId="1036"/>
          <ac:spMkLst>
            <pc:docMk/>
            <pc:sldMk cId="600189194" sldId="261"/>
            <ac:spMk id="9" creationId="{0671655F-4BD9-4611-A813-694AB0408C77}"/>
          </ac:spMkLst>
        </pc:spChg>
        <pc:spChg chg="mod">
          <ac:chgData name="Zian Qin" userId="5b548037c4e35ee7" providerId="LiveId" clId="{33BCEA22-F1E5-4850-8846-CFA612CF9699}" dt="2025-04-16T09:48:34.148" v="54" actId="1036"/>
          <ac:spMkLst>
            <pc:docMk/>
            <pc:sldMk cId="600189194" sldId="261"/>
            <ac:spMk id="10" creationId="{6375495B-4488-4119-9174-78CB4D5398F5}"/>
          </ac:spMkLst>
        </pc:spChg>
        <pc:spChg chg="mod">
          <ac:chgData name="Zian Qin" userId="5b548037c4e35ee7" providerId="LiveId" clId="{33BCEA22-F1E5-4850-8846-CFA612CF9699}" dt="2025-04-16T09:48:34.148" v="54" actId="1036"/>
          <ac:spMkLst>
            <pc:docMk/>
            <pc:sldMk cId="600189194" sldId="261"/>
            <ac:spMk id="11" creationId="{169D2FEF-1C33-4A79-A0B1-FABF31DC7F20}"/>
          </ac:spMkLst>
        </pc:spChg>
        <pc:spChg chg="mod">
          <ac:chgData name="Zian Qin" userId="5b548037c4e35ee7" providerId="LiveId" clId="{33BCEA22-F1E5-4850-8846-CFA612CF9699}" dt="2025-04-16T09:49:51.531" v="68" actId="14100"/>
          <ac:spMkLst>
            <pc:docMk/>
            <pc:sldMk cId="600189194" sldId="261"/>
            <ac:spMk id="184" creationId="{AE164EAF-F151-4727-9419-7B6A011CA310}"/>
          </ac:spMkLst>
        </pc:spChg>
        <pc:spChg chg="del">
          <ac:chgData name="Zian Qin" userId="5b548037c4e35ee7" providerId="LiveId" clId="{33BCEA22-F1E5-4850-8846-CFA612CF9699}" dt="2025-04-16T09:49:04.207" v="60" actId="478"/>
          <ac:spMkLst>
            <pc:docMk/>
            <pc:sldMk cId="600189194" sldId="261"/>
            <ac:spMk id="261" creationId="{C57B27F3-F562-4D5A-BF8F-F40F283FF3E8}"/>
          </ac:spMkLst>
        </pc:spChg>
        <pc:grpChg chg="add mod">
          <ac:chgData name="Zian Qin" userId="5b548037c4e35ee7" providerId="LiveId" clId="{33BCEA22-F1E5-4850-8846-CFA612CF9699}" dt="2025-04-16T09:50:50.710" v="88"/>
          <ac:grpSpMkLst>
            <pc:docMk/>
            <pc:sldMk cId="600189194" sldId="261"/>
            <ac:grpSpMk id="5" creationId="{3DF31FD8-F78A-256E-13B4-6C7FB278F1E3}"/>
          </ac:grpSpMkLst>
        </pc:grpChg>
        <pc:grpChg chg="del">
          <ac:chgData name="Zian Qin" userId="5b548037c4e35ee7" providerId="LiveId" clId="{33BCEA22-F1E5-4850-8846-CFA612CF9699}" dt="2025-04-16T09:50:49.767" v="87" actId="478"/>
          <ac:grpSpMkLst>
            <pc:docMk/>
            <pc:sldMk cId="600189194" sldId="261"/>
            <ac:grpSpMk id="280" creationId="{EFDEA5D9-2015-489C-B049-7B6095011A6F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A8E4-3B3F-4489-99D8-433D12CEF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B5DB0-87CB-4728-8D0F-EAC00A17E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0BB07-7C14-4C95-9226-39F241C0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C8100-A8D6-4842-BB36-8B0B12BC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CEE31-D8EA-496F-B968-01A62A23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4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BAF5-A480-4D59-8913-7998E6A2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98A48-E833-4F3E-96C8-FE4976E10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A3EC6-1A34-4AFE-902A-76F0FF89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9BFE-9E4C-4AEB-8DBC-00F9744A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97EA7-2586-4875-9F6B-31643729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7651-6E6B-4C97-A36D-1885043A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368CD-F59E-4C95-A689-78CACD6B3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32F6E-D2BE-40B6-8FA0-5B3DF6C6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2C4F-1004-44B2-A92A-ACE15E19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65F71-1FCB-4640-BB01-6AE0352A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0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0CC6-B04F-4CEB-A990-6349610C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9D9A-F5C5-4900-B484-3CD294016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B4F24-47CF-4538-9141-648FFEF54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34E7F-5E4A-4F1D-81BA-0F6D9016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33825-EB2E-44D8-A8E1-93206BE1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CE2CF-5466-47F3-AFC5-C437C70B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5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161B-14B1-4475-806A-1248C3A2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77EA6-39DB-4611-9352-5242F1C23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0FEAA-2607-4C32-8DF8-1584CA755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00043-EDA3-4166-8027-8ED08BE7A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5E415-C324-4A01-ACEA-F3A16EB1F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2309D-E494-4366-AB91-EEDAE544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41869-DF60-4245-A1A3-12340E28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11EBE-5B73-4246-BCEC-8172F803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7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BF49-DADC-4457-AF38-B1354390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B1F41-174C-47FE-9C86-9F47C792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94B68-2727-4482-B41F-EB156FA5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ABCBE-C761-4DC1-9F34-AD08B4B8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48259-86D2-42C8-9C88-892E5E88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E7AF5-56DE-463F-BB33-D420C7D62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1659B-1B3B-4492-B6E3-5CEEE8CA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B3DC-B9E5-4979-A998-178A81BA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37260-1B3C-4F9D-A232-4CDD532D1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B766B-6453-430F-A795-EF50EBFFD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4A43F-A5B6-41A6-A36C-073131EC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71153-E4B9-4E7D-96F3-280ED82E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620E8-980F-4916-AC90-86E3D0D3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9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21317-E5D1-4DD9-9170-00C27D44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EEF6F-7D26-4401-A27A-56A041656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95ED1-6703-46A3-9E7B-2CE7AFDD6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5BDF5-39B4-46BA-B2C4-31E89BDD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5A6B1-A902-48C8-9FA5-C459F9D0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3B6B5-D332-4CB5-BD04-5207CA7D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6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0D68-1D46-49D6-A87A-2B881036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C8E94-1E89-462A-81A3-1AAD8EF4B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84319-0EEB-42D9-B784-2A095500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6FE49-B247-498A-BE1D-DAFEEC37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FE3A5-A3B7-4A31-BF5E-AF5CE518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4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F1D9D8-D620-40FD-9FB1-424F54E64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D9BA6-D429-4301-A502-9CAF3EE4C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1D830-7153-4DED-BFB2-F8A15D27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874DF-A065-4A25-B4E5-D06653E51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4637B-7A13-4594-A0AA-1135D0FC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0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896B22-2DA0-41F8-A162-F04074E9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AD917-43E7-48C9-951C-633F14918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B026-9706-487F-A8C2-B0B54AB85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C603B-5837-4711-8189-30F2310DE310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297E2-0A68-4BFD-9028-C7C1E2C5F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3AE95-933C-4CA8-8F91-C1ED0A76B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67504-4507-438D-A316-297AD5544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7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emf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emf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emf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emf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emf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lowchart: Data 95">
            <a:extLst>
              <a:ext uri="{FF2B5EF4-FFF2-40B4-BE49-F238E27FC236}">
                <a16:creationId xmlns:a16="http://schemas.microsoft.com/office/drawing/2014/main" id="{195A97A4-F5D0-4093-8BCD-685F338F0CA8}"/>
              </a:ext>
            </a:extLst>
          </p:cNvPr>
          <p:cNvSpPr/>
          <p:nvPr/>
        </p:nvSpPr>
        <p:spPr>
          <a:xfrm>
            <a:off x="294077" y="3593724"/>
            <a:ext cx="8790940" cy="3007139"/>
          </a:xfrm>
          <a:prstGeom prst="flowChartInputOutput">
            <a:avLst/>
          </a:prstGeom>
          <a:solidFill>
            <a:srgbClr val="009EC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696E758-751B-42D8-AB0E-C128CCC0342D}"/>
              </a:ext>
            </a:extLst>
          </p:cNvPr>
          <p:cNvGrpSpPr/>
          <p:nvPr/>
        </p:nvGrpSpPr>
        <p:grpSpPr>
          <a:xfrm>
            <a:off x="1194609" y="5485253"/>
            <a:ext cx="1260277" cy="1010392"/>
            <a:chOff x="1194609" y="5485253"/>
            <a:chExt cx="1260277" cy="10103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2CDBFD7-921B-4EC5-AAAC-9F68AFBA0185}"/>
                </a:ext>
              </a:extLst>
            </p:cNvPr>
            <p:cNvGrpSpPr/>
            <p:nvPr/>
          </p:nvGrpSpPr>
          <p:grpSpPr>
            <a:xfrm>
              <a:off x="1252680" y="5485253"/>
              <a:ext cx="1144135" cy="310813"/>
              <a:chOff x="1801039" y="2626926"/>
              <a:chExt cx="880274" cy="310813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C27BFF4-5E52-4A80-AC6B-C2026C4B3A73}"/>
                  </a:ext>
                </a:extLst>
              </p:cNvPr>
              <p:cNvSpPr/>
              <p:nvPr/>
            </p:nvSpPr>
            <p:spPr>
              <a:xfrm>
                <a:off x="1811678" y="2674052"/>
                <a:ext cx="860165" cy="216365"/>
              </a:xfrm>
              <a:custGeom>
                <a:avLst/>
                <a:gdLst>
                  <a:gd name="connsiteX0" fmla="*/ 0 w 804285"/>
                  <a:gd name="connsiteY0" fmla="*/ 0 h 152865"/>
                  <a:gd name="connsiteX1" fmla="*/ 804285 w 804285"/>
                  <a:gd name="connsiteY1" fmla="*/ 0 h 152865"/>
                  <a:gd name="connsiteX2" fmla="*/ 804285 w 804285"/>
                  <a:gd name="connsiteY2" fmla="*/ 152865 h 152865"/>
                  <a:gd name="connsiteX3" fmla="*/ 0 w 804285"/>
                  <a:gd name="connsiteY3" fmla="*/ 152865 h 152865"/>
                  <a:gd name="connsiteX4" fmla="*/ 0 w 804285"/>
                  <a:gd name="connsiteY4" fmla="*/ 0 h 152865"/>
                  <a:gd name="connsiteX0" fmla="*/ 55880 w 860165"/>
                  <a:gd name="connsiteY0" fmla="*/ 0 h 858985"/>
                  <a:gd name="connsiteX1" fmla="*/ 860165 w 860165"/>
                  <a:gd name="connsiteY1" fmla="*/ 0 h 858985"/>
                  <a:gd name="connsiteX2" fmla="*/ 860165 w 860165"/>
                  <a:gd name="connsiteY2" fmla="*/ 152865 h 858985"/>
                  <a:gd name="connsiteX3" fmla="*/ 0 w 860165"/>
                  <a:gd name="connsiteY3" fmla="*/ 858985 h 858985"/>
                  <a:gd name="connsiteX4" fmla="*/ 55880 w 860165"/>
                  <a:gd name="connsiteY4" fmla="*/ 0 h 858985"/>
                  <a:gd name="connsiteX0" fmla="*/ 55880 w 860165"/>
                  <a:gd name="connsiteY0" fmla="*/ 0 h 884385"/>
                  <a:gd name="connsiteX1" fmla="*/ 860165 w 860165"/>
                  <a:gd name="connsiteY1" fmla="*/ 0 h 884385"/>
                  <a:gd name="connsiteX2" fmla="*/ 844925 w 860165"/>
                  <a:gd name="connsiteY2" fmla="*/ 884385 h 884385"/>
                  <a:gd name="connsiteX3" fmla="*/ 0 w 860165"/>
                  <a:gd name="connsiteY3" fmla="*/ 858985 h 884385"/>
                  <a:gd name="connsiteX4" fmla="*/ 55880 w 860165"/>
                  <a:gd name="connsiteY4" fmla="*/ 0 h 884385"/>
                  <a:gd name="connsiteX0" fmla="*/ 63500 w 867785"/>
                  <a:gd name="connsiteY0" fmla="*/ 0 h 884385"/>
                  <a:gd name="connsiteX1" fmla="*/ 867785 w 867785"/>
                  <a:gd name="connsiteY1" fmla="*/ 0 h 884385"/>
                  <a:gd name="connsiteX2" fmla="*/ 852545 w 867785"/>
                  <a:gd name="connsiteY2" fmla="*/ 884385 h 884385"/>
                  <a:gd name="connsiteX3" fmla="*/ 0 w 867785"/>
                  <a:gd name="connsiteY3" fmla="*/ 874225 h 884385"/>
                  <a:gd name="connsiteX4" fmla="*/ 63500 w 867785"/>
                  <a:gd name="connsiteY4" fmla="*/ 0 h 884385"/>
                  <a:gd name="connsiteX0" fmla="*/ 63500 w 867785"/>
                  <a:gd name="connsiteY0" fmla="*/ 0 h 879305"/>
                  <a:gd name="connsiteX1" fmla="*/ 867785 w 867785"/>
                  <a:gd name="connsiteY1" fmla="*/ 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74745 w 867785"/>
                  <a:gd name="connsiteY1" fmla="*/ 469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545205 w 867785"/>
                  <a:gd name="connsiteY1" fmla="*/ 596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46805 w 867785"/>
                  <a:gd name="connsiteY1" fmla="*/ 65786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233680 w 867785"/>
                  <a:gd name="connsiteY0" fmla="*/ 0 h 226525"/>
                  <a:gd name="connsiteX1" fmla="*/ 646805 w 867785"/>
                  <a:gd name="connsiteY1" fmla="*/ 5080 h 226525"/>
                  <a:gd name="connsiteX2" fmla="*/ 867785 w 867785"/>
                  <a:gd name="connsiteY2" fmla="*/ 226525 h 226525"/>
                  <a:gd name="connsiteX3" fmla="*/ 0 w 867785"/>
                  <a:gd name="connsiteY3" fmla="*/ 221445 h 226525"/>
                  <a:gd name="connsiteX4" fmla="*/ 233680 w 867785"/>
                  <a:gd name="connsiteY4" fmla="*/ 0 h 226525"/>
                  <a:gd name="connsiteX0" fmla="*/ 226060 w 867785"/>
                  <a:gd name="connsiteY0" fmla="*/ 3302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26060 w 867785"/>
                  <a:gd name="connsiteY4" fmla="*/ 33020 h 221445"/>
                  <a:gd name="connsiteX0" fmla="*/ 215900 w 867785"/>
                  <a:gd name="connsiteY0" fmla="*/ 254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15900 w 867785"/>
                  <a:gd name="connsiteY4" fmla="*/ 2540 h 221445"/>
                  <a:gd name="connsiteX0" fmla="*/ 215900 w 860165"/>
                  <a:gd name="connsiteY0" fmla="*/ 2540 h 216365"/>
                  <a:gd name="connsiteX1" fmla="*/ 646805 w 860165"/>
                  <a:gd name="connsiteY1" fmla="*/ 0 h 216365"/>
                  <a:gd name="connsiteX2" fmla="*/ 860165 w 860165"/>
                  <a:gd name="connsiteY2" fmla="*/ 216365 h 216365"/>
                  <a:gd name="connsiteX3" fmla="*/ 0 w 860165"/>
                  <a:gd name="connsiteY3" fmla="*/ 216365 h 216365"/>
                  <a:gd name="connsiteX4" fmla="*/ 215900 w 860165"/>
                  <a:gd name="connsiteY4" fmla="*/ 2540 h 21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65" h="216365">
                    <a:moveTo>
                      <a:pt x="215900" y="2540"/>
                    </a:moveTo>
                    <a:lnTo>
                      <a:pt x="646805" y="0"/>
                    </a:lnTo>
                    <a:lnTo>
                      <a:pt x="860165" y="216365"/>
                    </a:lnTo>
                    <a:lnTo>
                      <a:pt x="0" y="216365"/>
                    </a:lnTo>
                    <a:lnTo>
                      <a:pt x="215900" y="25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4DB59484-D80F-44D1-AA77-8C185AE3EF85}"/>
                  </a:ext>
                </a:extLst>
              </p:cNvPr>
              <p:cNvGrpSpPr/>
              <p:nvPr/>
            </p:nvGrpSpPr>
            <p:grpSpPr>
              <a:xfrm>
                <a:off x="1801039" y="2626926"/>
                <a:ext cx="880274" cy="310813"/>
                <a:chOff x="1484487" y="2160412"/>
                <a:chExt cx="1954171" cy="689991"/>
              </a:xfrm>
            </p:grpSpPr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80E631EC-17E5-48BC-9118-F2CCE7149640}"/>
                    </a:ext>
                  </a:extLst>
                </p:cNvPr>
                <p:cNvGrpSpPr/>
                <p:nvPr/>
              </p:nvGrpSpPr>
              <p:grpSpPr>
                <a:xfrm>
                  <a:off x="1489663" y="2752601"/>
                  <a:ext cx="1944888" cy="97802"/>
                  <a:chOff x="1489663" y="2752601"/>
                  <a:chExt cx="1944888" cy="97802"/>
                </a:xfrm>
              </p:grpSpPr>
              <p:sp>
                <p:nvSpPr>
                  <p:cNvPr id="272" name="Rectangle 271">
                    <a:extLst>
                      <a:ext uri="{FF2B5EF4-FFF2-40B4-BE49-F238E27FC236}">
                        <a16:creationId xmlns:a16="http://schemas.microsoft.com/office/drawing/2014/main" id="{D5537E3F-04B4-4B55-84A5-A4D9215C2847}"/>
                      </a:ext>
                    </a:extLst>
                  </p:cNvPr>
                  <p:cNvSpPr/>
                  <p:nvPr/>
                </p:nvSpPr>
                <p:spPr>
                  <a:xfrm>
                    <a:off x="148966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46CFA523-08F4-4597-A35F-8EACBD935A31}"/>
                      </a:ext>
                    </a:extLst>
                  </p:cNvPr>
                  <p:cNvSpPr/>
                  <p:nvPr/>
                </p:nvSpPr>
                <p:spPr>
                  <a:xfrm>
                    <a:off x="1814877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BCA60808-10EB-4327-BB2C-AA0B360B0F31}"/>
                      </a:ext>
                    </a:extLst>
                  </p:cNvPr>
                  <p:cNvSpPr/>
                  <p:nvPr/>
                </p:nvSpPr>
                <p:spPr>
                  <a:xfrm>
                    <a:off x="2140091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67B893FE-E75B-4793-9332-79510ADC32B1}"/>
                      </a:ext>
                    </a:extLst>
                  </p:cNvPr>
                  <p:cNvSpPr/>
                  <p:nvPr/>
                </p:nvSpPr>
                <p:spPr>
                  <a:xfrm>
                    <a:off x="2465305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A9465BC9-6DEA-47A3-92C4-C57043E7CBF6}"/>
                      </a:ext>
                    </a:extLst>
                  </p:cNvPr>
                  <p:cNvSpPr/>
                  <p:nvPr/>
                </p:nvSpPr>
                <p:spPr>
                  <a:xfrm>
                    <a:off x="2790519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2AFC3999-8638-4A50-ADC5-5F06D5898F88}"/>
                      </a:ext>
                    </a:extLst>
                  </p:cNvPr>
                  <p:cNvSpPr/>
                  <p:nvPr/>
                </p:nvSpPr>
                <p:spPr>
                  <a:xfrm>
                    <a:off x="311573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621C8736-A8C6-4E0B-A4BD-2A494D244878}"/>
                    </a:ext>
                  </a:extLst>
                </p:cNvPr>
                <p:cNvSpPr/>
                <p:nvPr/>
              </p:nvSpPr>
              <p:spPr>
                <a:xfrm>
                  <a:off x="1982993" y="2160412"/>
                  <a:ext cx="958229" cy="9780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461A5905-75B9-4477-ACA2-F53990098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4487" y="2258216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5E6FAC4F-EDF0-40A5-996E-FD84C489D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4097" y="2253912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C178B7B8-45F2-4A47-93FE-9C7C61D731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62461" y="2256062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7C839B02-DA32-4F8F-9360-3EA1E3BB1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8832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245633AD-6EEC-4E85-9CE6-1807E774DC26}"/>
                    </a:ext>
                  </a:extLst>
                </p:cNvPr>
                <p:cNvCxnSpPr>
                  <a:cxnSpLocks/>
                  <a:stCxn id="278" idx="2"/>
                  <a:endCxn id="275" idx="1"/>
                </p:cNvCxnSpPr>
                <p:nvPr/>
              </p:nvCxnSpPr>
              <p:spPr>
                <a:xfrm>
                  <a:off x="2462108" y="2258214"/>
                  <a:ext cx="3197" cy="5432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9AA5E3FF-F8E4-4820-88A2-C583FD643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13657" y="2256061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5DD54635-AD37-42D6-AE5C-38AA6645A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290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15A3500-C272-48FC-B1CC-DF46300F3606}"/>
                </a:ext>
              </a:extLst>
            </p:cNvPr>
            <p:cNvSpPr/>
            <p:nvPr/>
          </p:nvSpPr>
          <p:spPr>
            <a:xfrm>
              <a:off x="1297092" y="5801146"/>
              <a:ext cx="1055310" cy="645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FFCE538C-D5B4-43AF-AD60-71C5D0D394F8}"/>
                </a:ext>
              </a:extLst>
            </p:cNvPr>
            <p:cNvSpPr/>
            <p:nvPr/>
          </p:nvSpPr>
          <p:spPr>
            <a:xfrm>
              <a:off x="1194609" y="6446509"/>
              <a:ext cx="1260277" cy="4913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8" name="Freeform: Shape 387">
            <a:extLst>
              <a:ext uri="{FF2B5EF4-FFF2-40B4-BE49-F238E27FC236}">
                <a16:creationId xmlns:a16="http://schemas.microsoft.com/office/drawing/2014/main" id="{3FC20F76-649A-441B-BC6A-1C1A104CBDF9}"/>
              </a:ext>
            </a:extLst>
          </p:cNvPr>
          <p:cNvSpPr/>
          <p:nvPr/>
        </p:nvSpPr>
        <p:spPr>
          <a:xfrm>
            <a:off x="1306247" y="5806855"/>
            <a:ext cx="584763" cy="634574"/>
          </a:xfrm>
          <a:custGeom>
            <a:avLst/>
            <a:gdLst>
              <a:gd name="connsiteX0" fmla="*/ 0 w 700769"/>
              <a:gd name="connsiteY0" fmla="*/ 0 h 720089"/>
              <a:gd name="connsiteX1" fmla="*/ 617148 w 700769"/>
              <a:gd name="connsiteY1" fmla="*/ 0 h 720089"/>
              <a:gd name="connsiteX2" fmla="*/ 617148 w 700769"/>
              <a:gd name="connsiteY2" fmla="*/ 45719 h 720089"/>
              <a:gd name="connsiteX3" fmla="*/ 609002 w 700769"/>
              <a:gd name="connsiteY3" fmla="*/ 45719 h 720089"/>
              <a:gd name="connsiteX4" fmla="*/ 527800 w 700769"/>
              <a:gd name="connsiteY4" fmla="*/ 139182 h 720089"/>
              <a:gd name="connsiteX5" fmla="*/ 641882 w 700769"/>
              <a:gd name="connsiteY5" fmla="*/ 233829 h 720089"/>
              <a:gd name="connsiteX6" fmla="*/ 531950 w 700769"/>
              <a:gd name="connsiteY6" fmla="*/ 284907 h 720089"/>
              <a:gd name="connsiteX7" fmla="*/ 639480 w 700769"/>
              <a:gd name="connsiteY7" fmla="*/ 331842 h 720089"/>
              <a:gd name="connsiteX8" fmla="*/ 574676 w 700769"/>
              <a:gd name="connsiteY8" fmla="*/ 412940 h 720089"/>
              <a:gd name="connsiteX9" fmla="*/ 634028 w 700769"/>
              <a:gd name="connsiteY9" fmla="*/ 438846 h 720089"/>
              <a:gd name="connsiteX10" fmla="*/ 560727 w 700769"/>
              <a:gd name="connsiteY10" fmla="*/ 471268 h 720089"/>
              <a:gd name="connsiteX11" fmla="*/ 653079 w 700769"/>
              <a:gd name="connsiteY11" fmla="*/ 542822 h 720089"/>
              <a:gd name="connsiteX12" fmla="*/ 586812 w 700769"/>
              <a:gd name="connsiteY12" fmla="*/ 585245 h 720089"/>
              <a:gd name="connsiteX13" fmla="*/ 700769 w 700769"/>
              <a:gd name="connsiteY13" fmla="*/ 633471 h 720089"/>
              <a:gd name="connsiteX14" fmla="*/ 592508 w 700769"/>
              <a:gd name="connsiteY14" fmla="*/ 699919 h 720089"/>
              <a:gd name="connsiteX15" fmla="*/ 592508 w 700769"/>
              <a:gd name="connsiteY15" fmla="*/ 720089 h 720089"/>
              <a:gd name="connsiteX16" fmla="*/ 1 w 700769"/>
              <a:gd name="connsiteY16" fmla="*/ 720089 h 720089"/>
              <a:gd name="connsiteX17" fmla="*/ 1 w 700769"/>
              <a:gd name="connsiteY17" fmla="*/ 702439 h 720089"/>
              <a:gd name="connsiteX18" fmla="*/ 1 w 700769"/>
              <a:gd name="connsiteY18" fmla="*/ 608964 h 720089"/>
              <a:gd name="connsiteX19" fmla="*/ 1 w 700769"/>
              <a:gd name="connsiteY19" fmla="*/ 45719 h 720089"/>
              <a:gd name="connsiteX20" fmla="*/ 0 w 700769"/>
              <a:gd name="connsiteY20" fmla="*/ 45719 h 72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00769" h="720089">
                <a:moveTo>
                  <a:pt x="0" y="0"/>
                </a:moveTo>
                <a:lnTo>
                  <a:pt x="617148" y="0"/>
                </a:lnTo>
                <a:lnTo>
                  <a:pt x="617148" y="45719"/>
                </a:lnTo>
                <a:lnTo>
                  <a:pt x="609002" y="45719"/>
                </a:lnTo>
                <a:lnTo>
                  <a:pt x="527800" y="139182"/>
                </a:lnTo>
                <a:lnTo>
                  <a:pt x="641882" y="233829"/>
                </a:lnTo>
                <a:lnTo>
                  <a:pt x="531950" y="284907"/>
                </a:lnTo>
                <a:lnTo>
                  <a:pt x="639480" y="331842"/>
                </a:lnTo>
                <a:lnTo>
                  <a:pt x="574676" y="412940"/>
                </a:lnTo>
                <a:lnTo>
                  <a:pt x="634028" y="438846"/>
                </a:lnTo>
                <a:lnTo>
                  <a:pt x="560727" y="471268"/>
                </a:lnTo>
                <a:lnTo>
                  <a:pt x="653079" y="542822"/>
                </a:lnTo>
                <a:lnTo>
                  <a:pt x="586812" y="585245"/>
                </a:lnTo>
                <a:lnTo>
                  <a:pt x="700769" y="633471"/>
                </a:lnTo>
                <a:lnTo>
                  <a:pt x="592508" y="699919"/>
                </a:lnTo>
                <a:lnTo>
                  <a:pt x="592508" y="720089"/>
                </a:lnTo>
                <a:lnTo>
                  <a:pt x="1" y="720089"/>
                </a:lnTo>
                <a:lnTo>
                  <a:pt x="1" y="702439"/>
                </a:lnTo>
                <a:lnTo>
                  <a:pt x="1" y="608964"/>
                </a:lnTo>
                <a:lnTo>
                  <a:pt x="1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2D50AA9A-2650-4A67-8951-ED2822AC355E}"/>
              </a:ext>
            </a:extLst>
          </p:cNvPr>
          <p:cNvSpPr/>
          <p:nvPr/>
        </p:nvSpPr>
        <p:spPr>
          <a:xfrm>
            <a:off x="3878087" y="5335136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623B2873-F9D3-4A24-92C4-F4098E2E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57336" y="4402298"/>
            <a:ext cx="831023" cy="434811"/>
          </a:xfrm>
          <a:prstGeom prst="rect">
            <a:avLst/>
          </a:prstGeom>
        </p:spPr>
      </p:pic>
      <p:sp>
        <p:nvSpPr>
          <p:cNvPr id="85" name="Flowchart: Data 84">
            <a:extLst>
              <a:ext uri="{FF2B5EF4-FFF2-40B4-BE49-F238E27FC236}">
                <a16:creationId xmlns:a16="http://schemas.microsoft.com/office/drawing/2014/main" id="{C09546A0-A9B5-4151-8134-2CA81A65B05A}"/>
              </a:ext>
            </a:extLst>
          </p:cNvPr>
          <p:cNvSpPr/>
          <p:nvPr/>
        </p:nvSpPr>
        <p:spPr>
          <a:xfrm>
            <a:off x="6556376" y="2424806"/>
            <a:ext cx="3226676" cy="1025866"/>
          </a:xfrm>
          <a:prstGeom prst="flowChartInputOutpu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lowchart: Data 83">
            <a:extLst>
              <a:ext uri="{FF2B5EF4-FFF2-40B4-BE49-F238E27FC236}">
                <a16:creationId xmlns:a16="http://schemas.microsoft.com/office/drawing/2014/main" id="{A55C9B1D-1CAE-4C1E-9B47-62A8E3BEBC09}"/>
              </a:ext>
            </a:extLst>
          </p:cNvPr>
          <p:cNvSpPr/>
          <p:nvPr/>
        </p:nvSpPr>
        <p:spPr>
          <a:xfrm>
            <a:off x="7266881" y="1202473"/>
            <a:ext cx="3226676" cy="1006840"/>
          </a:xfrm>
          <a:prstGeom prst="flowChartInputOutpu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EAC6D-47A7-42A0-B7F5-DBBD0B0A4107}"/>
              </a:ext>
            </a:extLst>
          </p:cNvPr>
          <p:cNvSpPr txBox="1"/>
          <p:nvPr/>
        </p:nvSpPr>
        <p:spPr>
          <a:xfrm>
            <a:off x="310718" y="292963"/>
            <a:ext cx="5273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Power Quality of EV Fast Charging Station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sp>
        <p:nvSpPr>
          <p:cNvPr id="25" name="文本框 53">
            <a:extLst>
              <a:ext uri="{FF2B5EF4-FFF2-40B4-BE49-F238E27FC236}">
                <a16:creationId xmlns:a16="http://schemas.microsoft.com/office/drawing/2014/main" id="{EC91A1EC-A2E9-4F20-AD1E-9F4652C328AE}"/>
              </a:ext>
            </a:extLst>
          </p:cNvPr>
          <p:cNvSpPr txBox="1"/>
          <p:nvPr/>
        </p:nvSpPr>
        <p:spPr>
          <a:xfrm>
            <a:off x="7266881" y="1300332"/>
            <a:ext cx="1290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MV Substation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78363DA-3B2A-45C6-9FF4-F5391EF9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3952" y="1334145"/>
            <a:ext cx="852671" cy="25866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D1AF51A-8D3F-4357-AB35-0C040757A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2165" y="1469788"/>
            <a:ext cx="854483" cy="259213"/>
          </a:xfrm>
          <a:prstGeom prst="rect">
            <a:avLst/>
          </a:prstGeom>
        </p:spPr>
      </p:pic>
      <p:sp>
        <p:nvSpPr>
          <p:cNvPr id="28" name="文本框 53">
            <a:extLst>
              <a:ext uri="{FF2B5EF4-FFF2-40B4-BE49-F238E27FC236}">
                <a16:creationId xmlns:a16="http://schemas.microsoft.com/office/drawing/2014/main" id="{334A98CF-FF6D-4F9D-9E8E-F691FE7B7FF2}"/>
              </a:ext>
            </a:extLst>
          </p:cNvPr>
          <p:cNvSpPr txBox="1"/>
          <p:nvPr/>
        </p:nvSpPr>
        <p:spPr>
          <a:xfrm>
            <a:off x="8171621" y="1923534"/>
            <a:ext cx="1774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Transmission Grid</a:t>
            </a:r>
            <a:endParaRPr lang="zh-CN" altLang="en-US" sz="1400" dirty="0">
              <a:latin typeface="Futura" pitchFamily="50" charset="0"/>
            </a:endParaRPr>
          </a:p>
        </p:txBody>
      </p:sp>
      <p:sp>
        <p:nvSpPr>
          <p:cNvPr id="29" name="文本框 53">
            <a:extLst>
              <a:ext uri="{FF2B5EF4-FFF2-40B4-BE49-F238E27FC236}">
                <a16:creationId xmlns:a16="http://schemas.microsoft.com/office/drawing/2014/main" id="{196AA526-C417-4BAB-ABBF-5E35D26B0443}"/>
              </a:ext>
            </a:extLst>
          </p:cNvPr>
          <p:cNvSpPr txBox="1"/>
          <p:nvPr/>
        </p:nvSpPr>
        <p:spPr>
          <a:xfrm>
            <a:off x="7659965" y="2411337"/>
            <a:ext cx="223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MV Distribution Grid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154211A-FA0B-4BE0-BD0D-ED4E2EC4A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356327" y="2827296"/>
            <a:ext cx="1219256" cy="157500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7990DC5-7399-4044-BA2E-89CF4FF889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5900" y="2729493"/>
            <a:ext cx="226339" cy="66015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840B677-5F33-4389-84AD-CA5BBF552E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5821" y="2444849"/>
            <a:ext cx="1372956" cy="42119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2D36251-1854-4919-8118-B169E55965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202633" y="1728416"/>
            <a:ext cx="358791" cy="748572"/>
          </a:xfrm>
          <a:prstGeom prst="rect">
            <a:avLst/>
          </a:prstGeom>
        </p:spPr>
      </p:pic>
      <p:sp>
        <p:nvSpPr>
          <p:cNvPr id="39" name="文本框 53">
            <a:extLst>
              <a:ext uri="{FF2B5EF4-FFF2-40B4-BE49-F238E27FC236}">
                <a16:creationId xmlns:a16="http://schemas.microsoft.com/office/drawing/2014/main" id="{6567949A-7AEC-4DA7-905A-9A8310C1C072}"/>
              </a:ext>
            </a:extLst>
          </p:cNvPr>
          <p:cNvSpPr txBox="1"/>
          <p:nvPr/>
        </p:nvSpPr>
        <p:spPr>
          <a:xfrm>
            <a:off x="6007675" y="5660797"/>
            <a:ext cx="96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LV AC bus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A5812D-1FFC-4D03-8289-CA74FB094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875969" flipH="1">
            <a:off x="8696606" y="1147591"/>
            <a:ext cx="496128" cy="15050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55F0D45-4199-491A-9775-FD0BB021F9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57796" flipH="1">
            <a:off x="8697509" y="1274140"/>
            <a:ext cx="496128" cy="15050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6666DED-1C3C-4B04-8D4D-DB42BE2C9C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83764" y="1096681"/>
            <a:ext cx="300521" cy="88486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D0F1E8A-CF01-4B63-AFCD-BA9A1457F6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7513149" y="1553009"/>
            <a:ext cx="670427" cy="52860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FDADF0F-2DF6-465E-BB2A-AE8EC568813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16018" y="4268772"/>
            <a:ext cx="642972" cy="40575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CC59920-7942-4A0F-8CF4-53AAA1B597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7494" y="2330992"/>
            <a:ext cx="226339" cy="660156"/>
          </a:xfrm>
          <a:prstGeom prst="rect">
            <a:avLst/>
          </a:prstGeom>
        </p:spPr>
      </p:pic>
      <p:sp>
        <p:nvSpPr>
          <p:cNvPr id="87" name="文本框 53">
            <a:extLst>
              <a:ext uri="{FF2B5EF4-FFF2-40B4-BE49-F238E27FC236}">
                <a16:creationId xmlns:a16="http://schemas.microsoft.com/office/drawing/2014/main" id="{99DC6067-B120-486A-A66C-C91EA35178B7}"/>
              </a:ext>
            </a:extLst>
          </p:cNvPr>
          <p:cNvSpPr txBox="1"/>
          <p:nvPr/>
        </p:nvSpPr>
        <p:spPr>
          <a:xfrm>
            <a:off x="6418585" y="3927980"/>
            <a:ext cx="1568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FCS Transformer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111" name="文本框 53">
            <a:extLst>
              <a:ext uri="{FF2B5EF4-FFF2-40B4-BE49-F238E27FC236}">
                <a16:creationId xmlns:a16="http://schemas.microsoft.com/office/drawing/2014/main" id="{BE13090D-4C48-40B1-AA22-7CF899F3BB13}"/>
              </a:ext>
            </a:extLst>
          </p:cNvPr>
          <p:cNvSpPr txBox="1"/>
          <p:nvPr/>
        </p:nvSpPr>
        <p:spPr>
          <a:xfrm>
            <a:off x="1974286" y="3614797"/>
            <a:ext cx="2447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5F63A5E6-EB6E-401B-8D89-599B13473B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05475" y="4263403"/>
            <a:ext cx="875099" cy="341502"/>
          </a:xfrm>
          <a:prstGeom prst="rect">
            <a:avLst/>
          </a:prstGeom>
          <a:effectLst/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5384C37-0967-4E8F-B979-6EC0DE2BDA77}"/>
              </a:ext>
            </a:extLst>
          </p:cNvPr>
          <p:cNvCxnSpPr>
            <a:cxnSpLocks/>
          </p:cNvCxnSpPr>
          <p:nvPr/>
        </p:nvCxnSpPr>
        <p:spPr>
          <a:xfrm>
            <a:off x="4805326" y="4263403"/>
            <a:ext cx="741796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6410BC6-28F2-421B-9DA8-610BAF4B96F4}"/>
              </a:ext>
            </a:extLst>
          </p:cNvPr>
          <p:cNvCxnSpPr>
            <a:cxnSpLocks/>
          </p:cNvCxnSpPr>
          <p:nvPr/>
        </p:nvCxnSpPr>
        <p:spPr>
          <a:xfrm>
            <a:off x="4651978" y="4880612"/>
            <a:ext cx="1463779" cy="1720"/>
          </a:xfrm>
          <a:prstGeom prst="line">
            <a:avLst/>
          </a:prstGeom>
          <a:ln w="25400" cap="rnd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AE535354-F2C9-469A-868A-A9C0F7F71595}"/>
              </a:ext>
            </a:extLst>
          </p:cNvPr>
          <p:cNvSpPr/>
          <p:nvPr/>
        </p:nvSpPr>
        <p:spPr>
          <a:xfrm>
            <a:off x="4225618" y="4152919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91A7BCC-846D-4249-B522-E0E9DCD2A825}"/>
              </a:ext>
            </a:extLst>
          </p:cNvPr>
          <p:cNvSpPr/>
          <p:nvPr/>
        </p:nvSpPr>
        <p:spPr>
          <a:xfrm>
            <a:off x="4494390" y="4052654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189FFF3-7C36-456A-ABBF-EC1EA4C75A25}"/>
              </a:ext>
            </a:extLst>
          </p:cNvPr>
          <p:cNvSpPr/>
          <p:nvPr/>
        </p:nvSpPr>
        <p:spPr>
          <a:xfrm>
            <a:off x="4458830" y="4466196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75BB937-6AA0-4986-AEB1-2B05D231E0CB}"/>
              </a:ext>
            </a:extLst>
          </p:cNvPr>
          <p:cNvGrpSpPr/>
          <p:nvPr/>
        </p:nvGrpSpPr>
        <p:grpSpPr>
          <a:xfrm>
            <a:off x="4615073" y="4266878"/>
            <a:ext cx="83752" cy="135420"/>
            <a:chOff x="5379719" y="2305749"/>
            <a:chExt cx="204336" cy="37042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9771E3C-C004-4C57-9F6F-CACD33DC0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68B8E9-C6CC-42A2-B71E-79114B17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4804D2-7D08-420F-8A7A-5F177FD3B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31AE932-578A-4EBF-A2A8-6AE61130299D}"/>
              </a:ext>
            </a:extLst>
          </p:cNvPr>
          <p:cNvSpPr/>
          <p:nvPr/>
        </p:nvSpPr>
        <p:spPr>
          <a:xfrm>
            <a:off x="4539622" y="4081885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8" name="Afbeelding 8" descr="TUDelft_LogoZWART.eps">
            <a:extLst>
              <a:ext uri="{FF2B5EF4-FFF2-40B4-BE49-F238E27FC236}">
                <a16:creationId xmlns:a16="http://schemas.microsoft.com/office/drawing/2014/main" id="{2B8669DE-94E3-4051-8958-8CF26D913A0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3557" y="6146923"/>
            <a:ext cx="1408419" cy="549284"/>
          </a:xfrm>
          <a:prstGeom prst="rect">
            <a:avLst/>
          </a:prstGeom>
        </p:spPr>
      </p:pic>
      <p:pic>
        <p:nvPicPr>
          <p:cNvPr id="139" name="Picture 4" descr="http://www.ewi.tudelft.nl/uploads/RTEmagicC_a26c6a4667.png.png">
            <a:extLst>
              <a:ext uri="{FF2B5EF4-FFF2-40B4-BE49-F238E27FC236}">
                <a16:creationId xmlns:a16="http://schemas.microsoft.com/office/drawing/2014/main" id="{A3C0C412-63FE-4BD9-BBB0-29048BD9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735" y="6205188"/>
            <a:ext cx="1072372" cy="59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6507DBCB-D16D-49C7-B7A5-27F0325AF96E}"/>
              </a:ext>
            </a:extLst>
          </p:cNvPr>
          <p:cNvSpPr/>
          <p:nvPr/>
        </p:nvSpPr>
        <p:spPr>
          <a:xfrm>
            <a:off x="4215884" y="4712401"/>
            <a:ext cx="126797" cy="312922"/>
          </a:xfrm>
          <a:custGeom>
            <a:avLst/>
            <a:gdLst>
              <a:gd name="connsiteX0" fmla="*/ 100745 w 100745"/>
              <a:gd name="connsiteY0" fmla="*/ 0 h 502920"/>
              <a:gd name="connsiteX1" fmla="*/ 4225 w 100745"/>
              <a:gd name="connsiteY1" fmla="*/ 66040 h 502920"/>
              <a:gd name="connsiteX2" fmla="*/ 24545 w 100745"/>
              <a:gd name="connsiteY2" fmla="*/ 381000 h 502920"/>
              <a:gd name="connsiteX3" fmla="*/ 90585 w 100745"/>
              <a:gd name="connsiteY3" fmla="*/ 50292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45" h="502920">
                <a:moveTo>
                  <a:pt x="100745" y="0"/>
                </a:moveTo>
                <a:cubicBezTo>
                  <a:pt x="58835" y="1270"/>
                  <a:pt x="16925" y="2540"/>
                  <a:pt x="4225" y="66040"/>
                </a:cubicBezTo>
                <a:cubicBezTo>
                  <a:pt x="-8475" y="129540"/>
                  <a:pt x="10152" y="308187"/>
                  <a:pt x="24545" y="381000"/>
                </a:cubicBezTo>
                <a:cubicBezTo>
                  <a:pt x="38938" y="453813"/>
                  <a:pt x="64761" y="478366"/>
                  <a:pt x="90585" y="502920"/>
                </a:cubicBezTo>
              </a:path>
            </a:pathLst>
          </a:custGeom>
          <a:noFill/>
          <a:ln w="222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F18ACF3-DA86-4E99-B242-7DA2F3893FF4}"/>
              </a:ext>
            </a:extLst>
          </p:cNvPr>
          <p:cNvSpPr/>
          <p:nvPr/>
        </p:nvSpPr>
        <p:spPr>
          <a:xfrm>
            <a:off x="4318673" y="4668107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F02B5B3-C818-48F9-878B-5DCE38202405}"/>
              </a:ext>
            </a:extLst>
          </p:cNvPr>
          <p:cNvSpPr/>
          <p:nvPr/>
        </p:nvSpPr>
        <p:spPr>
          <a:xfrm>
            <a:off x="4283113" y="5081649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0D7ED05-6E45-44A1-B734-9CF53419E964}"/>
              </a:ext>
            </a:extLst>
          </p:cNvPr>
          <p:cNvGrpSpPr/>
          <p:nvPr/>
        </p:nvGrpSpPr>
        <p:grpSpPr>
          <a:xfrm>
            <a:off x="4439356" y="4882331"/>
            <a:ext cx="83752" cy="135420"/>
            <a:chOff x="5379719" y="2305749"/>
            <a:chExt cx="204336" cy="370428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7B479E-F24E-4692-B240-EE73588A1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8B7E85B-A0B1-4869-AF19-D78E07B97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53F5087-733E-48E2-BA70-9A9838F43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1E0BFA07-FBF5-453F-A66D-E94B074D950C}"/>
              </a:ext>
            </a:extLst>
          </p:cNvPr>
          <p:cNvSpPr/>
          <p:nvPr/>
        </p:nvSpPr>
        <p:spPr>
          <a:xfrm>
            <a:off x="4363905" y="4697338"/>
            <a:ext cx="234654" cy="14206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8C4402C-CEEF-41BA-9B66-F39F066E2AEA}"/>
              </a:ext>
            </a:extLst>
          </p:cNvPr>
          <p:cNvCxnSpPr>
            <a:cxnSpLocks/>
          </p:cNvCxnSpPr>
          <p:nvPr/>
        </p:nvCxnSpPr>
        <p:spPr>
          <a:xfrm>
            <a:off x="4458830" y="5467290"/>
            <a:ext cx="2197947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18B49E6-E226-423E-82A7-A1903A093897}"/>
              </a:ext>
            </a:extLst>
          </p:cNvPr>
          <p:cNvSpPr/>
          <p:nvPr/>
        </p:nvSpPr>
        <p:spPr>
          <a:xfrm>
            <a:off x="4145074" y="5249662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B0AD7E3-AC9D-4E90-B7B7-0D76BD9CE0FB}"/>
              </a:ext>
            </a:extLst>
          </p:cNvPr>
          <p:cNvSpPr/>
          <p:nvPr/>
        </p:nvSpPr>
        <p:spPr>
          <a:xfrm>
            <a:off x="4109514" y="5663204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80CBC27-4D83-4BBC-9561-78F94CF9B8BC}"/>
              </a:ext>
            </a:extLst>
          </p:cNvPr>
          <p:cNvGrpSpPr/>
          <p:nvPr/>
        </p:nvGrpSpPr>
        <p:grpSpPr>
          <a:xfrm>
            <a:off x="4265757" y="5463886"/>
            <a:ext cx="83752" cy="135420"/>
            <a:chOff x="5379719" y="2305749"/>
            <a:chExt cx="204336" cy="370428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F2C5F22-F002-4882-A6D4-B6B0DA4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9FACD17-1DC8-433D-B96E-ACE9CCBC7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54A3460-6261-4DEA-8154-5585066D6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0F57C3E-F76D-4407-A105-4D8E145DDF1A}"/>
              </a:ext>
            </a:extLst>
          </p:cNvPr>
          <p:cNvCxnSpPr>
            <a:cxnSpLocks/>
          </p:cNvCxnSpPr>
          <p:nvPr/>
        </p:nvCxnSpPr>
        <p:spPr>
          <a:xfrm>
            <a:off x="2364761" y="6051825"/>
            <a:ext cx="4837872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4FCBF07-3252-45A6-9492-7D04E6BED7E2}"/>
              </a:ext>
            </a:extLst>
          </p:cNvPr>
          <p:cNvSpPr/>
          <p:nvPr/>
        </p:nvSpPr>
        <p:spPr>
          <a:xfrm>
            <a:off x="4190306" y="5278893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4B117A98-E4F8-4787-B1A6-BFBC8E8A9A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89662" y="4834694"/>
            <a:ext cx="875099" cy="341502"/>
          </a:xfrm>
          <a:prstGeom prst="rect">
            <a:avLst/>
          </a:prstGeom>
          <a:effectLst/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2451FB05-D1DA-4DA2-91FC-0FE03845C9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1649" y="5432133"/>
            <a:ext cx="875099" cy="341502"/>
          </a:xfrm>
          <a:prstGeom prst="rect">
            <a:avLst/>
          </a:prstGeom>
          <a:effectLst/>
        </p:spPr>
      </p:pic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D35D6180-C4D0-4B93-9C43-FE862D85D520}"/>
              </a:ext>
            </a:extLst>
          </p:cNvPr>
          <p:cNvSpPr/>
          <p:nvPr/>
        </p:nvSpPr>
        <p:spPr>
          <a:xfrm>
            <a:off x="9016050" y="3980585"/>
            <a:ext cx="2689992" cy="1886245"/>
          </a:xfrm>
          <a:prstGeom prst="roundRect">
            <a:avLst>
              <a:gd name="adj" fmla="val 567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E164EAF-F151-4727-9419-7B6A011CA310}"/>
              </a:ext>
            </a:extLst>
          </p:cNvPr>
          <p:cNvSpPr/>
          <p:nvPr/>
        </p:nvSpPr>
        <p:spPr>
          <a:xfrm>
            <a:off x="9128466" y="3980586"/>
            <a:ext cx="2118654" cy="16086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649ACF0-143B-4F54-B30A-016C517F1FC4}"/>
              </a:ext>
            </a:extLst>
          </p:cNvPr>
          <p:cNvGrpSpPr/>
          <p:nvPr/>
        </p:nvGrpSpPr>
        <p:grpSpPr>
          <a:xfrm>
            <a:off x="9017997" y="3984396"/>
            <a:ext cx="401703" cy="1604805"/>
            <a:chOff x="9017997" y="3984396"/>
            <a:chExt cx="401703" cy="1604805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79FC3878-87DE-4887-88D0-A6C80400A2C9}"/>
                </a:ext>
              </a:extLst>
            </p:cNvPr>
            <p:cNvSpPr/>
            <p:nvPr/>
          </p:nvSpPr>
          <p:spPr>
            <a:xfrm>
              <a:off x="9026712" y="3984396"/>
              <a:ext cx="392988" cy="1076850"/>
            </a:xfrm>
            <a:prstGeom prst="roundRect">
              <a:avLst>
                <a:gd name="adj" fmla="val 30240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BACB5D0-971E-40E4-9820-0CE472E37AE2}"/>
                </a:ext>
              </a:extLst>
            </p:cNvPr>
            <p:cNvSpPr/>
            <p:nvPr/>
          </p:nvSpPr>
          <p:spPr>
            <a:xfrm>
              <a:off x="9017997" y="4907921"/>
              <a:ext cx="227603" cy="6812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8" name="Oval 197">
            <a:extLst>
              <a:ext uri="{FF2B5EF4-FFF2-40B4-BE49-F238E27FC236}">
                <a16:creationId xmlns:a16="http://schemas.microsoft.com/office/drawing/2014/main" id="{B8E44B74-1201-4333-8BEC-B0E9D1772DF9}"/>
              </a:ext>
            </a:extLst>
          </p:cNvPr>
          <p:cNvSpPr/>
          <p:nvPr/>
        </p:nvSpPr>
        <p:spPr>
          <a:xfrm>
            <a:off x="11290569" y="4081157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EC08190-2FD7-4622-91E7-501793919DAF}"/>
              </a:ext>
            </a:extLst>
          </p:cNvPr>
          <p:cNvSpPr/>
          <p:nvPr/>
        </p:nvSpPr>
        <p:spPr>
          <a:xfrm>
            <a:off x="11290569" y="4398539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9048FC7C-5E2D-4AE2-B404-B2CDD58EA075}"/>
              </a:ext>
            </a:extLst>
          </p:cNvPr>
          <p:cNvSpPr/>
          <p:nvPr/>
        </p:nvSpPr>
        <p:spPr>
          <a:xfrm>
            <a:off x="11290569" y="4941200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5FE2232C-2624-4F5A-838A-87D1BFEE0434}"/>
              </a:ext>
            </a:extLst>
          </p:cNvPr>
          <p:cNvSpPr/>
          <p:nvPr/>
        </p:nvSpPr>
        <p:spPr>
          <a:xfrm>
            <a:off x="11331060" y="5401853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CB76AF0A-5DFB-48A3-85F3-A07BC934CA15}"/>
              </a:ext>
            </a:extLst>
          </p:cNvPr>
          <p:cNvSpPr/>
          <p:nvPr/>
        </p:nvSpPr>
        <p:spPr>
          <a:xfrm>
            <a:off x="11549442" y="4285154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588E0F95-F153-4C83-8DF3-21AF5ED41EB7}"/>
              </a:ext>
            </a:extLst>
          </p:cNvPr>
          <p:cNvSpPr/>
          <p:nvPr/>
        </p:nvSpPr>
        <p:spPr>
          <a:xfrm>
            <a:off x="11490658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D857D3E-6835-421A-8FB7-554C0B0DA283}"/>
              </a:ext>
            </a:extLst>
          </p:cNvPr>
          <p:cNvSpPr/>
          <p:nvPr/>
        </p:nvSpPr>
        <p:spPr>
          <a:xfrm>
            <a:off x="11503491" y="5358025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E54E62DD-48B5-40AE-A5D2-4449D0BCBFFA}"/>
              </a:ext>
            </a:extLst>
          </p:cNvPr>
          <p:cNvSpPr/>
          <p:nvPr/>
        </p:nvSpPr>
        <p:spPr>
          <a:xfrm>
            <a:off x="11585515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B1E2078A-9D38-47B5-B0CD-47F0D195A8FC}"/>
              </a:ext>
            </a:extLst>
          </p:cNvPr>
          <p:cNvSpPr/>
          <p:nvPr/>
        </p:nvSpPr>
        <p:spPr>
          <a:xfrm>
            <a:off x="11490178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9FD474E1-3D44-45B8-AEC7-651563BBBCA1}"/>
              </a:ext>
            </a:extLst>
          </p:cNvPr>
          <p:cNvSpPr/>
          <p:nvPr/>
        </p:nvSpPr>
        <p:spPr>
          <a:xfrm>
            <a:off x="11585035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43DA9832-DC0D-45CB-AAF2-3CFC6F910D5A}"/>
              </a:ext>
            </a:extLst>
          </p:cNvPr>
          <p:cNvSpPr/>
          <p:nvPr/>
        </p:nvSpPr>
        <p:spPr>
          <a:xfrm>
            <a:off x="11490178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96931897-8021-4C4F-9395-63600987F5E1}"/>
              </a:ext>
            </a:extLst>
          </p:cNvPr>
          <p:cNvSpPr/>
          <p:nvPr/>
        </p:nvSpPr>
        <p:spPr>
          <a:xfrm>
            <a:off x="11585035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BDD3071E-ED4F-4056-811C-507B7B5AB209}"/>
              </a:ext>
            </a:extLst>
          </p:cNvPr>
          <p:cNvSpPr/>
          <p:nvPr/>
        </p:nvSpPr>
        <p:spPr>
          <a:xfrm>
            <a:off x="11490178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4E2828FF-9193-4771-8DFF-95DDDE7481F8}"/>
              </a:ext>
            </a:extLst>
          </p:cNvPr>
          <p:cNvSpPr/>
          <p:nvPr/>
        </p:nvSpPr>
        <p:spPr>
          <a:xfrm>
            <a:off x="11585035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D4F712B-FB6A-402F-A38D-3AB0EA35E5F3}"/>
              </a:ext>
            </a:extLst>
          </p:cNvPr>
          <p:cNvSpPr/>
          <p:nvPr/>
        </p:nvSpPr>
        <p:spPr>
          <a:xfrm>
            <a:off x="11331060" y="4721050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2990073-EC99-4FC9-87D4-30164AF697C1}"/>
              </a:ext>
            </a:extLst>
          </p:cNvPr>
          <p:cNvSpPr/>
          <p:nvPr/>
        </p:nvSpPr>
        <p:spPr>
          <a:xfrm>
            <a:off x="11492718" y="4424280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AA7B7284-DFDC-44F0-995E-02CBD178D3F6}"/>
              </a:ext>
            </a:extLst>
          </p:cNvPr>
          <p:cNvSpPr/>
          <p:nvPr/>
        </p:nvSpPr>
        <p:spPr>
          <a:xfrm>
            <a:off x="11492718" y="4507277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58A31298-1431-49BF-B7D9-63D619444B01}"/>
              </a:ext>
            </a:extLst>
          </p:cNvPr>
          <p:cNvSpPr/>
          <p:nvPr/>
        </p:nvSpPr>
        <p:spPr>
          <a:xfrm>
            <a:off x="11494245" y="4124751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692B0EE-FF98-4B2F-97E9-A99DEECFE4B7}"/>
              </a:ext>
            </a:extLst>
          </p:cNvPr>
          <p:cNvGrpSpPr/>
          <p:nvPr/>
        </p:nvGrpSpPr>
        <p:grpSpPr>
          <a:xfrm>
            <a:off x="9171318" y="5645974"/>
            <a:ext cx="164016" cy="164016"/>
            <a:chOff x="9171318" y="5646008"/>
            <a:chExt cx="164016" cy="164016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93C47B8-5770-49F1-A239-A05419345F59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41B54DC-F3E4-4D5E-BC47-CB35F652C070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15BF97E-F2D1-4D08-AB6E-D7F7D9138D11}"/>
              </a:ext>
            </a:extLst>
          </p:cNvPr>
          <p:cNvGrpSpPr/>
          <p:nvPr/>
        </p:nvGrpSpPr>
        <p:grpSpPr>
          <a:xfrm>
            <a:off x="9412470" y="5645974"/>
            <a:ext cx="164016" cy="164016"/>
            <a:chOff x="9171318" y="5646008"/>
            <a:chExt cx="164016" cy="164016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A4B28F73-F6A6-4E2B-B4E1-1EB74FAA80DC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FDA70014-042C-4BD6-8A6B-B17F3002BB0D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DAE7245-F327-4DF0-A725-1FA064211516}"/>
              </a:ext>
            </a:extLst>
          </p:cNvPr>
          <p:cNvGrpSpPr/>
          <p:nvPr/>
        </p:nvGrpSpPr>
        <p:grpSpPr>
          <a:xfrm>
            <a:off x="9653622" y="5645974"/>
            <a:ext cx="164016" cy="164016"/>
            <a:chOff x="9171318" y="5646008"/>
            <a:chExt cx="164016" cy="164016"/>
          </a:xfrm>
        </p:grpSpPr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05199AEA-267E-4294-A2F7-1549B1C46D10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DEBA81A9-0D36-47AB-BBBD-DC5C6E952B63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6" name="Oval 235">
            <a:extLst>
              <a:ext uri="{FF2B5EF4-FFF2-40B4-BE49-F238E27FC236}">
                <a16:creationId xmlns:a16="http://schemas.microsoft.com/office/drawing/2014/main" id="{8EF8D2E7-8958-47A1-9D7B-6BF2B3D5D98D}"/>
              </a:ext>
            </a:extLst>
          </p:cNvPr>
          <p:cNvSpPr/>
          <p:nvPr/>
        </p:nvSpPr>
        <p:spPr>
          <a:xfrm rot="2796645">
            <a:off x="6542040" y="4577445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B50245-3CD7-4441-8463-5B744AF4ABD8}"/>
              </a:ext>
            </a:extLst>
          </p:cNvPr>
          <p:cNvCxnSpPr>
            <a:cxnSpLocks/>
          </p:cNvCxnSpPr>
          <p:nvPr/>
        </p:nvCxnSpPr>
        <p:spPr>
          <a:xfrm>
            <a:off x="5346169" y="4034683"/>
            <a:ext cx="2057368" cy="2216459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4430B65-BE28-433B-BA83-5277E71DEDC6}"/>
              </a:ext>
            </a:extLst>
          </p:cNvPr>
          <p:cNvGrpSpPr/>
          <p:nvPr/>
        </p:nvGrpSpPr>
        <p:grpSpPr>
          <a:xfrm>
            <a:off x="9894774" y="5645974"/>
            <a:ext cx="164016" cy="164016"/>
            <a:chOff x="9171318" y="5646008"/>
            <a:chExt cx="164016" cy="164016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DFBE9AE-2BE5-400C-A9A0-FC6DB47359C4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3950CDD-423D-49CD-A7AE-6B17C281D136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507FB37-ED29-4A7C-998B-D5909D0289B5}"/>
              </a:ext>
            </a:extLst>
          </p:cNvPr>
          <p:cNvGrpSpPr/>
          <p:nvPr/>
        </p:nvGrpSpPr>
        <p:grpSpPr>
          <a:xfrm>
            <a:off x="10135926" y="5645974"/>
            <a:ext cx="164016" cy="164016"/>
            <a:chOff x="9171318" y="5646008"/>
            <a:chExt cx="164016" cy="164016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CEEE95E-EEAB-4402-A7CB-3EB13A152558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40E0AEC2-5829-46AA-9EB4-E666C91B335A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EC4BF0C-FDF3-4829-B0E9-F416B2470C16}"/>
              </a:ext>
            </a:extLst>
          </p:cNvPr>
          <p:cNvGrpSpPr/>
          <p:nvPr/>
        </p:nvGrpSpPr>
        <p:grpSpPr>
          <a:xfrm>
            <a:off x="10377078" y="5645974"/>
            <a:ext cx="164016" cy="164016"/>
            <a:chOff x="9171318" y="5646008"/>
            <a:chExt cx="164016" cy="164016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20CF2856-CD64-4C30-96AD-ADCE37B6155A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51B01BC5-D118-48A9-8A48-2A5BEBA8A72B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EE8A598-52EC-4002-899B-0B270A712706}"/>
              </a:ext>
            </a:extLst>
          </p:cNvPr>
          <p:cNvGrpSpPr/>
          <p:nvPr/>
        </p:nvGrpSpPr>
        <p:grpSpPr>
          <a:xfrm>
            <a:off x="10618230" y="5645974"/>
            <a:ext cx="164016" cy="164016"/>
            <a:chOff x="9171318" y="5646008"/>
            <a:chExt cx="164016" cy="164016"/>
          </a:xfrm>
        </p:grpSpPr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7FCD9184-2173-4EE9-9F31-990D5ED41871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65C9EFF1-B71A-4EC0-88A9-964756F78EC8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DE9DCA39-68F7-4792-AE09-FF966D0BAC7C}"/>
              </a:ext>
            </a:extLst>
          </p:cNvPr>
          <p:cNvGrpSpPr/>
          <p:nvPr/>
        </p:nvGrpSpPr>
        <p:grpSpPr>
          <a:xfrm>
            <a:off x="10859382" y="5645974"/>
            <a:ext cx="164016" cy="164016"/>
            <a:chOff x="9171318" y="5646008"/>
            <a:chExt cx="164016" cy="164016"/>
          </a:xfrm>
        </p:grpSpPr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BA77B2CA-4C12-4AFC-93CD-5109FF25D5CB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0DD981BF-45FC-46C1-B1A3-A4E77A39CE32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0208463-AE2D-12A1-FF27-A0DE7C1C702A}"/>
              </a:ext>
            </a:extLst>
          </p:cNvPr>
          <p:cNvSpPr/>
          <p:nvPr/>
        </p:nvSpPr>
        <p:spPr>
          <a:xfrm>
            <a:off x="9079112" y="4146119"/>
            <a:ext cx="2118654" cy="13670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Freeform: Shape 261">
            <a:extLst>
              <a:ext uri="{FF2B5EF4-FFF2-40B4-BE49-F238E27FC236}">
                <a16:creationId xmlns:a16="http://schemas.microsoft.com/office/drawing/2014/main" id="{E286718A-D802-4A5A-881C-9EB5205F94B6}"/>
              </a:ext>
            </a:extLst>
          </p:cNvPr>
          <p:cNvSpPr/>
          <p:nvPr/>
        </p:nvSpPr>
        <p:spPr>
          <a:xfrm>
            <a:off x="9086964" y="4255071"/>
            <a:ext cx="2110802" cy="1068979"/>
          </a:xfrm>
          <a:custGeom>
            <a:avLst/>
            <a:gdLst>
              <a:gd name="connsiteX0" fmla="*/ 0 w 2585720"/>
              <a:gd name="connsiteY0" fmla="*/ 538978 h 1068979"/>
              <a:gd name="connsiteX1" fmla="*/ 111760 w 2585720"/>
              <a:gd name="connsiteY1" fmla="*/ 406898 h 1068979"/>
              <a:gd name="connsiteX2" fmla="*/ 243840 w 2585720"/>
              <a:gd name="connsiteY2" fmla="*/ 340858 h 1068979"/>
              <a:gd name="connsiteX3" fmla="*/ 401320 w 2585720"/>
              <a:gd name="connsiteY3" fmla="*/ 5578 h 1068979"/>
              <a:gd name="connsiteX4" fmla="*/ 579120 w 2585720"/>
              <a:gd name="connsiteY4" fmla="*/ 127498 h 1068979"/>
              <a:gd name="connsiteX5" fmla="*/ 680720 w 2585720"/>
              <a:gd name="connsiteY5" fmla="*/ 76698 h 1068979"/>
              <a:gd name="connsiteX6" fmla="*/ 833120 w 2585720"/>
              <a:gd name="connsiteY6" fmla="*/ 163058 h 1068979"/>
              <a:gd name="connsiteX7" fmla="*/ 955040 w 2585720"/>
              <a:gd name="connsiteY7" fmla="*/ 76698 h 1068979"/>
              <a:gd name="connsiteX8" fmla="*/ 1137920 w 2585720"/>
              <a:gd name="connsiteY8" fmla="*/ 467858 h 1068979"/>
              <a:gd name="connsiteX9" fmla="*/ 1285240 w 2585720"/>
              <a:gd name="connsiteY9" fmla="*/ 518658 h 1068979"/>
              <a:gd name="connsiteX10" fmla="*/ 1407160 w 2585720"/>
              <a:gd name="connsiteY10" fmla="*/ 655818 h 1068979"/>
              <a:gd name="connsiteX11" fmla="*/ 1549400 w 2585720"/>
              <a:gd name="connsiteY11" fmla="*/ 711698 h 1068979"/>
              <a:gd name="connsiteX12" fmla="*/ 1717040 w 2585720"/>
              <a:gd name="connsiteY12" fmla="*/ 1062218 h 1068979"/>
              <a:gd name="connsiteX13" fmla="*/ 1849120 w 2585720"/>
              <a:gd name="connsiteY13" fmla="*/ 945378 h 1068979"/>
              <a:gd name="connsiteX14" fmla="*/ 2001520 w 2585720"/>
              <a:gd name="connsiteY14" fmla="*/ 975858 h 1068979"/>
              <a:gd name="connsiteX15" fmla="*/ 2118360 w 2585720"/>
              <a:gd name="connsiteY15" fmla="*/ 935218 h 1068979"/>
              <a:gd name="connsiteX16" fmla="*/ 2265680 w 2585720"/>
              <a:gd name="connsiteY16" fmla="*/ 975858 h 1068979"/>
              <a:gd name="connsiteX17" fmla="*/ 2458720 w 2585720"/>
              <a:gd name="connsiteY17" fmla="*/ 589778 h 1068979"/>
              <a:gd name="connsiteX18" fmla="*/ 2585720 w 2585720"/>
              <a:gd name="connsiteY18" fmla="*/ 554218 h 1068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85720" h="1068979">
                <a:moveTo>
                  <a:pt x="0" y="538978"/>
                </a:moveTo>
                <a:cubicBezTo>
                  <a:pt x="35560" y="489448"/>
                  <a:pt x="71120" y="439918"/>
                  <a:pt x="111760" y="406898"/>
                </a:cubicBezTo>
                <a:cubicBezTo>
                  <a:pt x="152400" y="373878"/>
                  <a:pt x="195580" y="407745"/>
                  <a:pt x="243840" y="340858"/>
                </a:cubicBezTo>
                <a:cubicBezTo>
                  <a:pt x="292100" y="273971"/>
                  <a:pt x="345440" y="41138"/>
                  <a:pt x="401320" y="5578"/>
                </a:cubicBezTo>
                <a:cubicBezTo>
                  <a:pt x="457200" y="-29982"/>
                  <a:pt x="532553" y="115645"/>
                  <a:pt x="579120" y="127498"/>
                </a:cubicBezTo>
                <a:cubicBezTo>
                  <a:pt x="625687" y="139351"/>
                  <a:pt x="638387" y="70771"/>
                  <a:pt x="680720" y="76698"/>
                </a:cubicBezTo>
                <a:cubicBezTo>
                  <a:pt x="723053" y="82625"/>
                  <a:pt x="787400" y="163058"/>
                  <a:pt x="833120" y="163058"/>
                </a:cubicBezTo>
                <a:cubicBezTo>
                  <a:pt x="878840" y="163058"/>
                  <a:pt x="904240" y="25898"/>
                  <a:pt x="955040" y="76698"/>
                </a:cubicBezTo>
                <a:cubicBezTo>
                  <a:pt x="1005840" y="127498"/>
                  <a:pt x="1082887" y="394198"/>
                  <a:pt x="1137920" y="467858"/>
                </a:cubicBezTo>
                <a:cubicBezTo>
                  <a:pt x="1192953" y="541518"/>
                  <a:pt x="1240367" y="487331"/>
                  <a:pt x="1285240" y="518658"/>
                </a:cubicBezTo>
                <a:cubicBezTo>
                  <a:pt x="1330113" y="549985"/>
                  <a:pt x="1363133" y="623645"/>
                  <a:pt x="1407160" y="655818"/>
                </a:cubicBezTo>
                <a:cubicBezTo>
                  <a:pt x="1451187" y="687991"/>
                  <a:pt x="1497753" y="643965"/>
                  <a:pt x="1549400" y="711698"/>
                </a:cubicBezTo>
                <a:cubicBezTo>
                  <a:pt x="1601047" y="779431"/>
                  <a:pt x="1667087" y="1023271"/>
                  <a:pt x="1717040" y="1062218"/>
                </a:cubicBezTo>
                <a:cubicBezTo>
                  <a:pt x="1766993" y="1101165"/>
                  <a:pt x="1801707" y="959771"/>
                  <a:pt x="1849120" y="945378"/>
                </a:cubicBezTo>
                <a:cubicBezTo>
                  <a:pt x="1896533" y="930985"/>
                  <a:pt x="1956647" y="977551"/>
                  <a:pt x="2001520" y="975858"/>
                </a:cubicBezTo>
                <a:cubicBezTo>
                  <a:pt x="2046393" y="974165"/>
                  <a:pt x="2074333" y="935218"/>
                  <a:pt x="2118360" y="935218"/>
                </a:cubicBezTo>
                <a:cubicBezTo>
                  <a:pt x="2162387" y="935218"/>
                  <a:pt x="2208953" y="1033431"/>
                  <a:pt x="2265680" y="975858"/>
                </a:cubicBezTo>
                <a:cubicBezTo>
                  <a:pt x="2322407" y="918285"/>
                  <a:pt x="2405380" y="660051"/>
                  <a:pt x="2458720" y="589778"/>
                </a:cubicBezTo>
                <a:cubicBezTo>
                  <a:pt x="2512060" y="519505"/>
                  <a:pt x="2548890" y="536861"/>
                  <a:pt x="2585720" y="554218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Freeform: Shape 262">
            <a:extLst>
              <a:ext uri="{FF2B5EF4-FFF2-40B4-BE49-F238E27FC236}">
                <a16:creationId xmlns:a16="http://schemas.microsoft.com/office/drawing/2014/main" id="{429DEFEC-230A-4289-AC7A-5B53295D2AAF}"/>
              </a:ext>
            </a:extLst>
          </p:cNvPr>
          <p:cNvSpPr/>
          <p:nvPr/>
        </p:nvSpPr>
        <p:spPr>
          <a:xfrm>
            <a:off x="9093732" y="4283312"/>
            <a:ext cx="2086514" cy="1081886"/>
          </a:xfrm>
          <a:custGeom>
            <a:avLst/>
            <a:gdLst>
              <a:gd name="connsiteX0" fmla="*/ 0 w 2596896"/>
              <a:gd name="connsiteY0" fmla="*/ 88012 h 1081886"/>
              <a:gd name="connsiteX1" fmla="*/ 73152 w 2596896"/>
              <a:gd name="connsiteY1" fmla="*/ 173356 h 1081886"/>
              <a:gd name="connsiteX2" fmla="*/ 195072 w 2596896"/>
              <a:gd name="connsiteY2" fmla="*/ 216028 h 1081886"/>
              <a:gd name="connsiteX3" fmla="*/ 335280 w 2596896"/>
              <a:gd name="connsiteY3" fmla="*/ 581788 h 1081886"/>
              <a:gd name="connsiteX4" fmla="*/ 487680 w 2596896"/>
              <a:gd name="connsiteY4" fmla="*/ 551308 h 1081886"/>
              <a:gd name="connsiteX5" fmla="*/ 664464 w 2596896"/>
              <a:gd name="connsiteY5" fmla="*/ 813436 h 1081886"/>
              <a:gd name="connsiteX6" fmla="*/ 774192 w 2596896"/>
              <a:gd name="connsiteY6" fmla="*/ 874396 h 1081886"/>
              <a:gd name="connsiteX7" fmla="*/ 908304 w 2596896"/>
              <a:gd name="connsiteY7" fmla="*/ 1081660 h 1081886"/>
              <a:gd name="connsiteX8" fmla="*/ 1066800 w 2596896"/>
              <a:gd name="connsiteY8" fmla="*/ 917068 h 1081886"/>
              <a:gd name="connsiteX9" fmla="*/ 1231392 w 2596896"/>
              <a:gd name="connsiteY9" fmla="*/ 1026796 h 1081886"/>
              <a:gd name="connsiteX10" fmla="*/ 1389888 w 2596896"/>
              <a:gd name="connsiteY10" fmla="*/ 929260 h 1081886"/>
              <a:gd name="connsiteX11" fmla="*/ 1505712 w 2596896"/>
              <a:gd name="connsiteY11" fmla="*/ 868300 h 1081886"/>
              <a:gd name="connsiteX12" fmla="*/ 1664208 w 2596896"/>
              <a:gd name="connsiteY12" fmla="*/ 508636 h 1081886"/>
              <a:gd name="connsiteX13" fmla="*/ 1810512 w 2596896"/>
              <a:gd name="connsiteY13" fmla="*/ 539116 h 1081886"/>
              <a:gd name="connsiteX14" fmla="*/ 1975104 w 2596896"/>
              <a:gd name="connsiteY14" fmla="*/ 264796 h 1081886"/>
              <a:gd name="connsiteX15" fmla="*/ 2109216 w 2596896"/>
              <a:gd name="connsiteY15" fmla="*/ 185548 h 1081886"/>
              <a:gd name="connsiteX16" fmla="*/ 2194560 w 2596896"/>
              <a:gd name="connsiteY16" fmla="*/ 20956 h 1081886"/>
              <a:gd name="connsiteX17" fmla="*/ 2273808 w 2596896"/>
              <a:gd name="connsiteY17" fmla="*/ 20956 h 1081886"/>
              <a:gd name="connsiteX18" fmla="*/ 2395728 w 2596896"/>
              <a:gd name="connsiteY18" fmla="*/ 191644 h 1081886"/>
              <a:gd name="connsiteX19" fmla="*/ 2529840 w 2596896"/>
              <a:gd name="connsiteY19" fmla="*/ 63628 h 1081886"/>
              <a:gd name="connsiteX20" fmla="*/ 2596896 w 2596896"/>
              <a:gd name="connsiteY20" fmla="*/ 94108 h 108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96896" h="1081886">
                <a:moveTo>
                  <a:pt x="0" y="88012"/>
                </a:moveTo>
                <a:cubicBezTo>
                  <a:pt x="20320" y="120016"/>
                  <a:pt x="40640" y="152020"/>
                  <a:pt x="73152" y="173356"/>
                </a:cubicBezTo>
                <a:cubicBezTo>
                  <a:pt x="105664" y="194692"/>
                  <a:pt x="151384" y="147956"/>
                  <a:pt x="195072" y="216028"/>
                </a:cubicBezTo>
                <a:cubicBezTo>
                  <a:pt x="238760" y="284100"/>
                  <a:pt x="286512" y="525908"/>
                  <a:pt x="335280" y="581788"/>
                </a:cubicBezTo>
                <a:cubicBezTo>
                  <a:pt x="384048" y="637668"/>
                  <a:pt x="432816" y="512700"/>
                  <a:pt x="487680" y="551308"/>
                </a:cubicBezTo>
                <a:cubicBezTo>
                  <a:pt x="542544" y="589916"/>
                  <a:pt x="616712" y="759588"/>
                  <a:pt x="664464" y="813436"/>
                </a:cubicBezTo>
                <a:cubicBezTo>
                  <a:pt x="712216" y="867284"/>
                  <a:pt x="733552" y="829692"/>
                  <a:pt x="774192" y="874396"/>
                </a:cubicBezTo>
                <a:cubicBezTo>
                  <a:pt x="814832" y="919100"/>
                  <a:pt x="859536" y="1074548"/>
                  <a:pt x="908304" y="1081660"/>
                </a:cubicBezTo>
                <a:cubicBezTo>
                  <a:pt x="957072" y="1088772"/>
                  <a:pt x="1012952" y="926212"/>
                  <a:pt x="1066800" y="917068"/>
                </a:cubicBezTo>
                <a:cubicBezTo>
                  <a:pt x="1120648" y="907924"/>
                  <a:pt x="1177544" y="1024764"/>
                  <a:pt x="1231392" y="1026796"/>
                </a:cubicBezTo>
                <a:cubicBezTo>
                  <a:pt x="1285240" y="1028828"/>
                  <a:pt x="1344168" y="955676"/>
                  <a:pt x="1389888" y="929260"/>
                </a:cubicBezTo>
                <a:cubicBezTo>
                  <a:pt x="1435608" y="902844"/>
                  <a:pt x="1459992" y="938404"/>
                  <a:pt x="1505712" y="868300"/>
                </a:cubicBezTo>
                <a:cubicBezTo>
                  <a:pt x="1551432" y="798196"/>
                  <a:pt x="1613408" y="563500"/>
                  <a:pt x="1664208" y="508636"/>
                </a:cubicBezTo>
                <a:cubicBezTo>
                  <a:pt x="1715008" y="453772"/>
                  <a:pt x="1758696" y="579756"/>
                  <a:pt x="1810512" y="539116"/>
                </a:cubicBezTo>
                <a:cubicBezTo>
                  <a:pt x="1862328" y="498476"/>
                  <a:pt x="1925320" y="323724"/>
                  <a:pt x="1975104" y="264796"/>
                </a:cubicBezTo>
                <a:cubicBezTo>
                  <a:pt x="2024888" y="205868"/>
                  <a:pt x="2072640" y="226188"/>
                  <a:pt x="2109216" y="185548"/>
                </a:cubicBezTo>
                <a:cubicBezTo>
                  <a:pt x="2145792" y="144908"/>
                  <a:pt x="2167128" y="48388"/>
                  <a:pt x="2194560" y="20956"/>
                </a:cubicBezTo>
                <a:cubicBezTo>
                  <a:pt x="2221992" y="-6476"/>
                  <a:pt x="2240280" y="-7492"/>
                  <a:pt x="2273808" y="20956"/>
                </a:cubicBezTo>
                <a:cubicBezTo>
                  <a:pt x="2307336" y="49404"/>
                  <a:pt x="2353056" y="184532"/>
                  <a:pt x="2395728" y="191644"/>
                </a:cubicBezTo>
                <a:cubicBezTo>
                  <a:pt x="2438400" y="198756"/>
                  <a:pt x="2496312" y="79884"/>
                  <a:pt x="2529840" y="63628"/>
                </a:cubicBezTo>
                <a:cubicBezTo>
                  <a:pt x="2563368" y="47372"/>
                  <a:pt x="2580132" y="70740"/>
                  <a:pt x="2596896" y="94108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Freeform: Shape 263">
            <a:extLst>
              <a:ext uri="{FF2B5EF4-FFF2-40B4-BE49-F238E27FC236}">
                <a16:creationId xmlns:a16="http://schemas.microsoft.com/office/drawing/2014/main" id="{4E0C9A6C-358A-47AC-AF8E-A681814862B2}"/>
              </a:ext>
            </a:extLst>
          </p:cNvPr>
          <p:cNvSpPr/>
          <p:nvPr/>
        </p:nvSpPr>
        <p:spPr>
          <a:xfrm>
            <a:off x="9093732" y="4332724"/>
            <a:ext cx="2086514" cy="1003941"/>
          </a:xfrm>
          <a:custGeom>
            <a:avLst/>
            <a:gdLst>
              <a:gd name="connsiteX0" fmla="*/ 0 w 2596896"/>
              <a:gd name="connsiteY0" fmla="*/ 940808 h 1003941"/>
              <a:gd name="connsiteX1" fmla="*/ 146304 w 2596896"/>
              <a:gd name="connsiteY1" fmla="*/ 983480 h 1003941"/>
              <a:gd name="connsiteX2" fmla="*/ 298704 w 2596896"/>
              <a:gd name="connsiteY2" fmla="*/ 849368 h 1003941"/>
              <a:gd name="connsiteX3" fmla="*/ 469392 w 2596896"/>
              <a:gd name="connsiteY3" fmla="*/ 1001768 h 1003941"/>
              <a:gd name="connsiteX4" fmla="*/ 633984 w 2596896"/>
              <a:gd name="connsiteY4" fmla="*/ 709160 h 1003941"/>
              <a:gd name="connsiteX5" fmla="*/ 755904 w 2596896"/>
              <a:gd name="connsiteY5" fmla="*/ 617720 h 1003941"/>
              <a:gd name="connsiteX6" fmla="*/ 883920 w 2596896"/>
              <a:gd name="connsiteY6" fmla="*/ 398264 h 1003941"/>
              <a:gd name="connsiteX7" fmla="*/ 1018032 w 2596896"/>
              <a:gd name="connsiteY7" fmla="*/ 428744 h 1003941"/>
              <a:gd name="connsiteX8" fmla="*/ 1213104 w 2596896"/>
              <a:gd name="connsiteY8" fmla="*/ 62984 h 1003941"/>
              <a:gd name="connsiteX9" fmla="*/ 1328928 w 2596896"/>
              <a:gd name="connsiteY9" fmla="*/ 62984 h 1003941"/>
              <a:gd name="connsiteX10" fmla="*/ 1456944 w 2596896"/>
              <a:gd name="connsiteY10" fmla="*/ 2024 h 1003941"/>
              <a:gd name="connsiteX11" fmla="*/ 1609344 w 2596896"/>
              <a:gd name="connsiteY11" fmla="*/ 148328 h 1003941"/>
              <a:gd name="connsiteX12" fmla="*/ 1731264 w 2596896"/>
              <a:gd name="connsiteY12" fmla="*/ 8120 h 1003941"/>
              <a:gd name="connsiteX13" fmla="*/ 1828800 w 2596896"/>
              <a:gd name="connsiteY13" fmla="*/ 56888 h 1003941"/>
              <a:gd name="connsiteX14" fmla="*/ 1932432 w 2596896"/>
              <a:gd name="connsiteY14" fmla="*/ 288536 h 1003941"/>
              <a:gd name="connsiteX15" fmla="*/ 2060448 w 2596896"/>
              <a:gd name="connsiteY15" fmla="*/ 379976 h 1003941"/>
              <a:gd name="connsiteX16" fmla="*/ 2164080 w 2596896"/>
              <a:gd name="connsiteY16" fmla="*/ 581144 h 1003941"/>
              <a:gd name="connsiteX17" fmla="*/ 2310384 w 2596896"/>
              <a:gd name="connsiteY17" fmla="*/ 562856 h 1003941"/>
              <a:gd name="connsiteX18" fmla="*/ 2511552 w 2596896"/>
              <a:gd name="connsiteY18" fmla="*/ 910328 h 1003941"/>
              <a:gd name="connsiteX19" fmla="*/ 2596896 w 2596896"/>
              <a:gd name="connsiteY19" fmla="*/ 946904 h 100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96896" h="1003941">
                <a:moveTo>
                  <a:pt x="0" y="940808"/>
                </a:moveTo>
                <a:cubicBezTo>
                  <a:pt x="48260" y="969764"/>
                  <a:pt x="96520" y="998720"/>
                  <a:pt x="146304" y="983480"/>
                </a:cubicBezTo>
                <a:cubicBezTo>
                  <a:pt x="196088" y="968240"/>
                  <a:pt x="244856" y="846320"/>
                  <a:pt x="298704" y="849368"/>
                </a:cubicBezTo>
                <a:cubicBezTo>
                  <a:pt x="352552" y="852416"/>
                  <a:pt x="413512" y="1025136"/>
                  <a:pt x="469392" y="1001768"/>
                </a:cubicBezTo>
                <a:cubicBezTo>
                  <a:pt x="525272" y="978400"/>
                  <a:pt x="586232" y="773168"/>
                  <a:pt x="633984" y="709160"/>
                </a:cubicBezTo>
                <a:cubicBezTo>
                  <a:pt x="681736" y="645152"/>
                  <a:pt x="714248" y="669536"/>
                  <a:pt x="755904" y="617720"/>
                </a:cubicBezTo>
                <a:cubicBezTo>
                  <a:pt x="797560" y="565904"/>
                  <a:pt x="840232" y="429760"/>
                  <a:pt x="883920" y="398264"/>
                </a:cubicBezTo>
                <a:cubicBezTo>
                  <a:pt x="927608" y="366768"/>
                  <a:pt x="963168" y="484624"/>
                  <a:pt x="1018032" y="428744"/>
                </a:cubicBezTo>
                <a:cubicBezTo>
                  <a:pt x="1072896" y="372864"/>
                  <a:pt x="1161288" y="123944"/>
                  <a:pt x="1213104" y="62984"/>
                </a:cubicBezTo>
                <a:cubicBezTo>
                  <a:pt x="1264920" y="2024"/>
                  <a:pt x="1288288" y="73144"/>
                  <a:pt x="1328928" y="62984"/>
                </a:cubicBezTo>
                <a:cubicBezTo>
                  <a:pt x="1369568" y="52824"/>
                  <a:pt x="1410208" y="-12200"/>
                  <a:pt x="1456944" y="2024"/>
                </a:cubicBezTo>
                <a:cubicBezTo>
                  <a:pt x="1503680" y="16248"/>
                  <a:pt x="1563624" y="147312"/>
                  <a:pt x="1609344" y="148328"/>
                </a:cubicBezTo>
                <a:cubicBezTo>
                  <a:pt x="1655064" y="149344"/>
                  <a:pt x="1694688" y="23360"/>
                  <a:pt x="1731264" y="8120"/>
                </a:cubicBezTo>
                <a:cubicBezTo>
                  <a:pt x="1767840" y="-7120"/>
                  <a:pt x="1795272" y="10152"/>
                  <a:pt x="1828800" y="56888"/>
                </a:cubicBezTo>
                <a:cubicBezTo>
                  <a:pt x="1862328" y="103624"/>
                  <a:pt x="1893824" y="234688"/>
                  <a:pt x="1932432" y="288536"/>
                </a:cubicBezTo>
                <a:cubicBezTo>
                  <a:pt x="1971040" y="342384"/>
                  <a:pt x="2021840" y="331208"/>
                  <a:pt x="2060448" y="379976"/>
                </a:cubicBezTo>
                <a:cubicBezTo>
                  <a:pt x="2099056" y="428744"/>
                  <a:pt x="2122424" y="550664"/>
                  <a:pt x="2164080" y="581144"/>
                </a:cubicBezTo>
                <a:cubicBezTo>
                  <a:pt x="2205736" y="611624"/>
                  <a:pt x="2252472" y="507992"/>
                  <a:pt x="2310384" y="562856"/>
                </a:cubicBezTo>
                <a:cubicBezTo>
                  <a:pt x="2368296" y="617720"/>
                  <a:pt x="2463800" y="846320"/>
                  <a:pt x="2511552" y="910328"/>
                </a:cubicBezTo>
                <a:cubicBezTo>
                  <a:pt x="2559304" y="974336"/>
                  <a:pt x="2578100" y="960620"/>
                  <a:pt x="2596896" y="946904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文本框 53">
            <a:extLst>
              <a:ext uri="{FF2B5EF4-FFF2-40B4-BE49-F238E27FC236}">
                <a16:creationId xmlns:a16="http://schemas.microsoft.com/office/drawing/2014/main" id="{1FDAE70E-50C5-4BF9-93BD-0E193B530677}"/>
              </a:ext>
            </a:extLst>
          </p:cNvPr>
          <p:cNvSpPr txBox="1"/>
          <p:nvPr/>
        </p:nvSpPr>
        <p:spPr>
          <a:xfrm>
            <a:off x="9400377" y="3692902"/>
            <a:ext cx="1650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Current at the PCC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EC65FFB8-3889-462C-A69C-C02D60EE0C6C}"/>
              </a:ext>
            </a:extLst>
          </p:cNvPr>
          <p:cNvSpPr/>
          <p:nvPr/>
        </p:nvSpPr>
        <p:spPr>
          <a:xfrm>
            <a:off x="6667439" y="4663816"/>
            <a:ext cx="2580985" cy="1330290"/>
          </a:xfrm>
          <a:custGeom>
            <a:avLst/>
            <a:gdLst>
              <a:gd name="connsiteX0" fmla="*/ 2608580 w 2608580"/>
              <a:gd name="connsiteY0" fmla="*/ 1023620 h 1253208"/>
              <a:gd name="connsiteX1" fmla="*/ 2362200 w 2608580"/>
              <a:gd name="connsiteY1" fmla="*/ 1247140 h 1253208"/>
              <a:gd name="connsiteX2" fmla="*/ 1922780 w 2608580"/>
              <a:gd name="connsiteY2" fmla="*/ 1173480 h 1253208"/>
              <a:gd name="connsiteX3" fmla="*/ 1264920 w 2608580"/>
              <a:gd name="connsiteY3" fmla="*/ 1000760 h 1253208"/>
              <a:gd name="connsiteX4" fmla="*/ 0 w 2608580"/>
              <a:gd name="connsiteY4" fmla="*/ 0 h 125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8580" h="1253208">
                <a:moveTo>
                  <a:pt x="2608580" y="1023620"/>
                </a:moveTo>
                <a:cubicBezTo>
                  <a:pt x="2542540" y="1122891"/>
                  <a:pt x="2476500" y="1222163"/>
                  <a:pt x="2362200" y="1247140"/>
                </a:cubicBezTo>
                <a:cubicBezTo>
                  <a:pt x="2247900" y="1272117"/>
                  <a:pt x="2105660" y="1214543"/>
                  <a:pt x="1922780" y="1173480"/>
                </a:cubicBezTo>
                <a:cubicBezTo>
                  <a:pt x="1739900" y="1132417"/>
                  <a:pt x="1585383" y="1196340"/>
                  <a:pt x="1264920" y="1000760"/>
                </a:cubicBezTo>
                <a:cubicBezTo>
                  <a:pt x="944457" y="805180"/>
                  <a:pt x="472228" y="40259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0E0A227E-B775-490C-B480-F00B7C5B3A21}"/>
              </a:ext>
            </a:extLst>
          </p:cNvPr>
          <p:cNvSpPr/>
          <p:nvPr/>
        </p:nvSpPr>
        <p:spPr>
          <a:xfrm>
            <a:off x="6578790" y="4738324"/>
            <a:ext cx="2910650" cy="1221594"/>
          </a:xfrm>
          <a:custGeom>
            <a:avLst/>
            <a:gdLst>
              <a:gd name="connsiteX0" fmla="*/ 2900680 w 2900680"/>
              <a:gd name="connsiteY0" fmla="*/ 967740 h 1179638"/>
              <a:gd name="connsiteX1" fmla="*/ 2466340 w 2900680"/>
              <a:gd name="connsiteY1" fmla="*/ 1150620 h 1179638"/>
              <a:gd name="connsiteX2" fmla="*/ 810260 w 2900680"/>
              <a:gd name="connsiteY2" fmla="*/ 426720 h 1179638"/>
              <a:gd name="connsiteX3" fmla="*/ 0 w 2900680"/>
              <a:gd name="connsiteY3" fmla="*/ 0 h 117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0680" h="1179638">
                <a:moveTo>
                  <a:pt x="2900680" y="967740"/>
                </a:moveTo>
                <a:cubicBezTo>
                  <a:pt x="2857711" y="1104265"/>
                  <a:pt x="2814743" y="1240790"/>
                  <a:pt x="2466340" y="1150620"/>
                </a:cubicBezTo>
                <a:cubicBezTo>
                  <a:pt x="2117937" y="1060450"/>
                  <a:pt x="1221317" y="618490"/>
                  <a:pt x="810260" y="426720"/>
                </a:cubicBezTo>
                <a:cubicBezTo>
                  <a:pt x="399203" y="234950"/>
                  <a:pt x="199601" y="11747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9592D4CD-653B-4E2C-974D-6424A389602A}"/>
              </a:ext>
            </a:extLst>
          </p:cNvPr>
          <p:cNvSpPr/>
          <p:nvPr/>
        </p:nvSpPr>
        <p:spPr>
          <a:xfrm rot="1769804">
            <a:off x="6443073" y="4666048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FB041E5C-3919-4240-BEA0-DE4791A2525B}"/>
              </a:ext>
            </a:extLst>
          </p:cNvPr>
          <p:cNvSpPr/>
          <p:nvPr/>
        </p:nvSpPr>
        <p:spPr>
          <a:xfrm>
            <a:off x="6459220" y="4811044"/>
            <a:ext cx="3275330" cy="1131504"/>
          </a:xfrm>
          <a:custGeom>
            <a:avLst/>
            <a:gdLst>
              <a:gd name="connsiteX0" fmla="*/ 3238500 w 3238500"/>
              <a:gd name="connsiteY0" fmla="*/ 899160 h 1115277"/>
              <a:gd name="connsiteX1" fmla="*/ 2807970 w 3238500"/>
              <a:gd name="connsiteY1" fmla="*/ 1101090 h 1115277"/>
              <a:gd name="connsiteX2" fmla="*/ 1828800 w 3238500"/>
              <a:gd name="connsiteY2" fmla="*/ 975360 h 1115277"/>
              <a:gd name="connsiteX3" fmla="*/ 0 w 3238500"/>
              <a:gd name="connsiteY3" fmla="*/ 0 h 111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15277">
                <a:moveTo>
                  <a:pt x="3238500" y="899160"/>
                </a:moveTo>
                <a:cubicBezTo>
                  <a:pt x="3140710" y="993775"/>
                  <a:pt x="3042920" y="1088390"/>
                  <a:pt x="2807970" y="1101090"/>
                </a:cubicBezTo>
                <a:cubicBezTo>
                  <a:pt x="2573020" y="1113790"/>
                  <a:pt x="2296795" y="1158875"/>
                  <a:pt x="1828800" y="975360"/>
                </a:cubicBezTo>
                <a:cubicBezTo>
                  <a:pt x="1360805" y="791845"/>
                  <a:pt x="680402" y="395922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524E7AD-C3D9-496E-9B4D-2CB4E5A3A980}"/>
              </a:ext>
            </a:extLst>
          </p:cNvPr>
          <p:cNvSpPr/>
          <p:nvPr/>
        </p:nvSpPr>
        <p:spPr>
          <a:xfrm rot="2175211">
            <a:off x="6327687" y="4730907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8" name="Graphic 317" descr="Lightbulb with solid fill">
            <a:extLst>
              <a:ext uri="{FF2B5EF4-FFF2-40B4-BE49-F238E27FC236}">
                <a16:creationId xmlns:a16="http://schemas.microsoft.com/office/drawing/2014/main" id="{15C95E9B-5C2B-4F79-A602-FD59DC62406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0800000">
            <a:off x="1922692" y="5809200"/>
            <a:ext cx="336376" cy="300473"/>
          </a:xfrm>
          <a:prstGeom prst="rect">
            <a:avLst/>
          </a:prstGeom>
        </p:spPr>
      </p:pic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2112E36-96EA-45A4-865C-B05D50086D51}"/>
              </a:ext>
            </a:extLst>
          </p:cNvPr>
          <p:cNvGrpSpPr/>
          <p:nvPr/>
        </p:nvGrpSpPr>
        <p:grpSpPr>
          <a:xfrm rot="10800000">
            <a:off x="1884108" y="5922706"/>
            <a:ext cx="410666" cy="291645"/>
            <a:chOff x="3360094" y="3061652"/>
            <a:chExt cx="771964" cy="613736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64464D6A-9B3E-4F14-AC32-4C09F6DD7A59}"/>
                </a:ext>
              </a:extLst>
            </p:cNvPr>
            <p:cNvGrpSpPr/>
            <p:nvPr/>
          </p:nvGrpSpPr>
          <p:grpSpPr>
            <a:xfrm>
              <a:off x="3746076" y="3064669"/>
              <a:ext cx="385982" cy="610719"/>
              <a:chOff x="3746076" y="3064669"/>
              <a:chExt cx="385982" cy="610719"/>
            </a:xfrm>
          </p:grpSpPr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401382-4418-47EB-9AF5-BBE6F8156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2224E4FA-A206-4B4E-8187-A17B23DE3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2A251E06-9D6D-4D37-8D4C-99C150CFC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B241B706-05D8-43F7-B088-2952D8020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F6C26B86-E6E4-4315-B5A7-0BD521B2C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98DCCDD-F34D-426F-AE40-613B509342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4227ED65-4715-4660-B86C-1739969F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7CF677DC-1F12-40B4-B59F-486339528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3703D069-1E63-4E3A-81FB-28525E1575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4FE0129F-F4B1-4961-965B-A439B0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73CABA6-ECA4-4456-8487-6B916735EC42}"/>
                </a:ext>
              </a:extLst>
            </p:cNvPr>
            <p:cNvGrpSpPr/>
            <p:nvPr/>
          </p:nvGrpSpPr>
          <p:grpSpPr>
            <a:xfrm flipH="1">
              <a:off x="3360094" y="3061652"/>
              <a:ext cx="385982" cy="610719"/>
              <a:chOff x="3746076" y="3064669"/>
              <a:chExt cx="385982" cy="610719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D18C0B0A-66B2-414F-B420-44C5C2EE5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4F09501-7EE1-4E8D-9486-E2BF460A7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D521C409-568A-4CE8-966F-2B91756FA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E3041C98-EE23-4135-B3EF-027902CDC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1327CB1-1329-46CD-859A-DB201883D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867AB67A-292A-4BD9-A12C-C4CC51909C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75849C-56E0-4D70-9162-8362AA83D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810A7E3-C664-4951-9DDE-106F89F54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28636AB5-8D88-4516-8592-D9E5CE11BC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AD17BF5C-A9D9-4AC5-BE29-03CC85667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D2AECA80-7D8D-42C1-B36B-41FFF1143B7F}"/>
              </a:ext>
            </a:extLst>
          </p:cNvPr>
          <p:cNvSpPr/>
          <p:nvPr/>
        </p:nvSpPr>
        <p:spPr>
          <a:xfrm>
            <a:off x="1401617" y="5928757"/>
            <a:ext cx="226339" cy="505351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C1A74283-0647-43AE-AE96-D7DF9A48E005}"/>
              </a:ext>
            </a:extLst>
          </p:cNvPr>
          <p:cNvSpPr/>
          <p:nvPr/>
        </p:nvSpPr>
        <p:spPr>
          <a:xfrm>
            <a:off x="2019760" y="5936186"/>
            <a:ext cx="142240" cy="141319"/>
          </a:xfrm>
          <a:custGeom>
            <a:avLst/>
            <a:gdLst>
              <a:gd name="connsiteX0" fmla="*/ 38966 w 142240"/>
              <a:gd name="connsiteY0" fmla="*/ 0 h 141319"/>
              <a:gd name="connsiteX1" fmla="*/ 101832 w 142240"/>
              <a:gd name="connsiteY1" fmla="*/ 1905 h 141319"/>
              <a:gd name="connsiteX2" fmla="*/ 113995 w 142240"/>
              <a:gd name="connsiteY2" fmla="*/ 22220 h 141319"/>
              <a:gd name="connsiteX3" fmla="*/ 121409 w 142240"/>
              <a:gd name="connsiteY3" fmla="*/ 26930 h 141319"/>
              <a:gd name="connsiteX4" fmla="*/ 142240 w 142240"/>
              <a:gd name="connsiteY4" fmla="*/ 74311 h 141319"/>
              <a:gd name="connsiteX5" fmla="*/ 71120 w 142240"/>
              <a:gd name="connsiteY5" fmla="*/ 141319 h 141319"/>
              <a:gd name="connsiteX6" fmla="*/ 0 w 142240"/>
              <a:gd name="connsiteY6" fmla="*/ 74311 h 141319"/>
              <a:gd name="connsiteX7" fmla="*/ 20831 w 142240"/>
              <a:gd name="connsiteY7" fmla="*/ 26930 h 141319"/>
              <a:gd name="connsiteX8" fmla="*/ 26283 w 142240"/>
              <a:gd name="connsiteY8" fmla="*/ 23466 h 14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240" h="141319">
                <a:moveTo>
                  <a:pt x="38966" y="0"/>
                </a:moveTo>
                <a:lnTo>
                  <a:pt x="101832" y="1905"/>
                </a:lnTo>
                <a:lnTo>
                  <a:pt x="113995" y="22220"/>
                </a:lnTo>
                <a:lnTo>
                  <a:pt x="121409" y="26930"/>
                </a:lnTo>
                <a:cubicBezTo>
                  <a:pt x="134280" y="39056"/>
                  <a:pt x="142240" y="55808"/>
                  <a:pt x="142240" y="74311"/>
                </a:cubicBezTo>
                <a:cubicBezTo>
                  <a:pt x="142240" y="111318"/>
                  <a:pt x="110398" y="141319"/>
                  <a:pt x="71120" y="141319"/>
                </a:cubicBezTo>
                <a:cubicBezTo>
                  <a:pt x="31842" y="141319"/>
                  <a:pt x="0" y="111318"/>
                  <a:pt x="0" y="74311"/>
                </a:cubicBezTo>
                <a:cubicBezTo>
                  <a:pt x="0" y="55808"/>
                  <a:pt x="7960" y="39056"/>
                  <a:pt x="20831" y="26930"/>
                </a:cubicBezTo>
                <a:lnTo>
                  <a:pt x="26283" y="234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B8362873-3AD8-4E32-80F8-85E805A456C3}"/>
              </a:ext>
            </a:extLst>
          </p:cNvPr>
          <p:cNvGrpSpPr/>
          <p:nvPr/>
        </p:nvGrpSpPr>
        <p:grpSpPr>
          <a:xfrm>
            <a:off x="10040917" y="2564882"/>
            <a:ext cx="1889418" cy="985337"/>
            <a:chOff x="10040917" y="2564882"/>
            <a:chExt cx="1889418" cy="985337"/>
          </a:xfrm>
        </p:grpSpPr>
        <p:sp>
          <p:nvSpPr>
            <p:cNvPr id="409" name="Rectangle: Rounded Corners 408">
              <a:extLst>
                <a:ext uri="{FF2B5EF4-FFF2-40B4-BE49-F238E27FC236}">
                  <a16:creationId xmlns:a16="http://schemas.microsoft.com/office/drawing/2014/main" id="{6FA4F0C6-9E71-4E7A-A7BF-CE57EBB65CF2}"/>
                </a:ext>
              </a:extLst>
            </p:cNvPr>
            <p:cNvSpPr/>
            <p:nvPr/>
          </p:nvSpPr>
          <p:spPr>
            <a:xfrm>
              <a:off x="10040917" y="2564882"/>
              <a:ext cx="1888403" cy="9853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文本框 53">
              <a:extLst>
                <a:ext uri="{FF2B5EF4-FFF2-40B4-BE49-F238E27FC236}">
                  <a16:creationId xmlns:a16="http://schemas.microsoft.com/office/drawing/2014/main" id="{0253AD88-0401-45B6-AFB7-6C921CC7B3A7}"/>
                </a:ext>
              </a:extLst>
            </p:cNvPr>
            <p:cNvSpPr txBox="1"/>
            <p:nvPr/>
          </p:nvSpPr>
          <p:spPr>
            <a:xfrm>
              <a:off x="10061075" y="2642052"/>
              <a:ext cx="18692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Futura" pitchFamily="50" charset="0"/>
                </a:rPr>
                <a:t>AI Based Control of the Fast Charging Station</a:t>
              </a:r>
              <a:endParaRPr lang="zh-CN" altLang="en-US" sz="1600" dirty="0">
                <a:latin typeface="Futura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208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lowchart: Data 95">
            <a:extLst>
              <a:ext uri="{FF2B5EF4-FFF2-40B4-BE49-F238E27FC236}">
                <a16:creationId xmlns:a16="http://schemas.microsoft.com/office/drawing/2014/main" id="{195A97A4-F5D0-4093-8BCD-685F338F0CA8}"/>
              </a:ext>
            </a:extLst>
          </p:cNvPr>
          <p:cNvSpPr/>
          <p:nvPr/>
        </p:nvSpPr>
        <p:spPr>
          <a:xfrm>
            <a:off x="294077" y="3593724"/>
            <a:ext cx="8790940" cy="3007139"/>
          </a:xfrm>
          <a:prstGeom prst="flowChartInputOutput">
            <a:avLst/>
          </a:prstGeom>
          <a:solidFill>
            <a:srgbClr val="009EC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696E758-751B-42D8-AB0E-C128CCC0342D}"/>
              </a:ext>
            </a:extLst>
          </p:cNvPr>
          <p:cNvGrpSpPr/>
          <p:nvPr/>
        </p:nvGrpSpPr>
        <p:grpSpPr>
          <a:xfrm>
            <a:off x="1194609" y="5485253"/>
            <a:ext cx="1260277" cy="1010392"/>
            <a:chOff x="1194609" y="5485253"/>
            <a:chExt cx="1260277" cy="10103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2CDBFD7-921B-4EC5-AAAC-9F68AFBA0185}"/>
                </a:ext>
              </a:extLst>
            </p:cNvPr>
            <p:cNvGrpSpPr/>
            <p:nvPr/>
          </p:nvGrpSpPr>
          <p:grpSpPr>
            <a:xfrm>
              <a:off x="1252680" y="5485253"/>
              <a:ext cx="1144135" cy="310813"/>
              <a:chOff x="1801039" y="2626926"/>
              <a:chExt cx="880274" cy="310813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C27BFF4-5E52-4A80-AC6B-C2026C4B3A73}"/>
                  </a:ext>
                </a:extLst>
              </p:cNvPr>
              <p:cNvSpPr/>
              <p:nvPr/>
            </p:nvSpPr>
            <p:spPr>
              <a:xfrm>
                <a:off x="1811678" y="2674052"/>
                <a:ext cx="860165" cy="216365"/>
              </a:xfrm>
              <a:custGeom>
                <a:avLst/>
                <a:gdLst>
                  <a:gd name="connsiteX0" fmla="*/ 0 w 804285"/>
                  <a:gd name="connsiteY0" fmla="*/ 0 h 152865"/>
                  <a:gd name="connsiteX1" fmla="*/ 804285 w 804285"/>
                  <a:gd name="connsiteY1" fmla="*/ 0 h 152865"/>
                  <a:gd name="connsiteX2" fmla="*/ 804285 w 804285"/>
                  <a:gd name="connsiteY2" fmla="*/ 152865 h 152865"/>
                  <a:gd name="connsiteX3" fmla="*/ 0 w 804285"/>
                  <a:gd name="connsiteY3" fmla="*/ 152865 h 152865"/>
                  <a:gd name="connsiteX4" fmla="*/ 0 w 804285"/>
                  <a:gd name="connsiteY4" fmla="*/ 0 h 152865"/>
                  <a:gd name="connsiteX0" fmla="*/ 55880 w 860165"/>
                  <a:gd name="connsiteY0" fmla="*/ 0 h 858985"/>
                  <a:gd name="connsiteX1" fmla="*/ 860165 w 860165"/>
                  <a:gd name="connsiteY1" fmla="*/ 0 h 858985"/>
                  <a:gd name="connsiteX2" fmla="*/ 860165 w 860165"/>
                  <a:gd name="connsiteY2" fmla="*/ 152865 h 858985"/>
                  <a:gd name="connsiteX3" fmla="*/ 0 w 860165"/>
                  <a:gd name="connsiteY3" fmla="*/ 858985 h 858985"/>
                  <a:gd name="connsiteX4" fmla="*/ 55880 w 860165"/>
                  <a:gd name="connsiteY4" fmla="*/ 0 h 858985"/>
                  <a:gd name="connsiteX0" fmla="*/ 55880 w 860165"/>
                  <a:gd name="connsiteY0" fmla="*/ 0 h 884385"/>
                  <a:gd name="connsiteX1" fmla="*/ 860165 w 860165"/>
                  <a:gd name="connsiteY1" fmla="*/ 0 h 884385"/>
                  <a:gd name="connsiteX2" fmla="*/ 844925 w 860165"/>
                  <a:gd name="connsiteY2" fmla="*/ 884385 h 884385"/>
                  <a:gd name="connsiteX3" fmla="*/ 0 w 860165"/>
                  <a:gd name="connsiteY3" fmla="*/ 858985 h 884385"/>
                  <a:gd name="connsiteX4" fmla="*/ 55880 w 860165"/>
                  <a:gd name="connsiteY4" fmla="*/ 0 h 884385"/>
                  <a:gd name="connsiteX0" fmla="*/ 63500 w 867785"/>
                  <a:gd name="connsiteY0" fmla="*/ 0 h 884385"/>
                  <a:gd name="connsiteX1" fmla="*/ 867785 w 867785"/>
                  <a:gd name="connsiteY1" fmla="*/ 0 h 884385"/>
                  <a:gd name="connsiteX2" fmla="*/ 852545 w 867785"/>
                  <a:gd name="connsiteY2" fmla="*/ 884385 h 884385"/>
                  <a:gd name="connsiteX3" fmla="*/ 0 w 867785"/>
                  <a:gd name="connsiteY3" fmla="*/ 874225 h 884385"/>
                  <a:gd name="connsiteX4" fmla="*/ 63500 w 867785"/>
                  <a:gd name="connsiteY4" fmla="*/ 0 h 884385"/>
                  <a:gd name="connsiteX0" fmla="*/ 63500 w 867785"/>
                  <a:gd name="connsiteY0" fmla="*/ 0 h 879305"/>
                  <a:gd name="connsiteX1" fmla="*/ 867785 w 867785"/>
                  <a:gd name="connsiteY1" fmla="*/ 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74745 w 867785"/>
                  <a:gd name="connsiteY1" fmla="*/ 469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545205 w 867785"/>
                  <a:gd name="connsiteY1" fmla="*/ 596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46805 w 867785"/>
                  <a:gd name="connsiteY1" fmla="*/ 65786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233680 w 867785"/>
                  <a:gd name="connsiteY0" fmla="*/ 0 h 226525"/>
                  <a:gd name="connsiteX1" fmla="*/ 646805 w 867785"/>
                  <a:gd name="connsiteY1" fmla="*/ 5080 h 226525"/>
                  <a:gd name="connsiteX2" fmla="*/ 867785 w 867785"/>
                  <a:gd name="connsiteY2" fmla="*/ 226525 h 226525"/>
                  <a:gd name="connsiteX3" fmla="*/ 0 w 867785"/>
                  <a:gd name="connsiteY3" fmla="*/ 221445 h 226525"/>
                  <a:gd name="connsiteX4" fmla="*/ 233680 w 867785"/>
                  <a:gd name="connsiteY4" fmla="*/ 0 h 226525"/>
                  <a:gd name="connsiteX0" fmla="*/ 226060 w 867785"/>
                  <a:gd name="connsiteY0" fmla="*/ 3302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26060 w 867785"/>
                  <a:gd name="connsiteY4" fmla="*/ 33020 h 221445"/>
                  <a:gd name="connsiteX0" fmla="*/ 215900 w 867785"/>
                  <a:gd name="connsiteY0" fmla="*/ 254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15900 w 867785"/>
                  <a:gd name="connsiteY4" fmla="*/ 2540 h 221445"/>
                  <a:gd name="connsiteX0" fmla="*/ 215900 w 860165"/>
                  <a:gd name="connsiteY0" fmla="*/ 2540 h 216365"/>
                  <a:gd name="connsiteX1" fmla="*/ 646805 w 860165"/>
                  <a:gd name="connsiteY1" fmla="*/ 0 h 216365"/>
                  <a:gd name="connsiteX2" fmla="*/ 860165 w 860165"/>
                  <a:gd name="connsiteY2" fmla="*/ 216365 h 216365"/>
                  <a:gd name="connsiteX3" fmla="*/ 0 w 860165"/>
                  <a:gd name="connsiteY3" fmla="*/ 216365 h 216365"/>
                  <a:gd name="connsiteX4" fmla="*/ 215900 w 860165"/>
                  <a:gd name="connsiteY4" fmla="*/ 2540 h 21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65" h="216365">
                    <a:moveTo>
                      <a:pt x="215900" y="2540"/>
                    </a:moveTo>
                    <a:lnTo>
                      <a:pt x="646805" y="0"/>
                    </a:lnTo>
                    <a:lnTo>
                      <a:pt x="860165" y="216365"/>
                    </a:lnTo>
                    <a:lnTo>
                      <a:pt x="0" y="216365"/>
                    </a:lnTo>
                    <a:lnTo>
                      <a:pt x="215900" y="25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4DB59484-D80F-44D1-AA77-8C185AE3EF85}"/>
                  </a:ext>
                </a:extLst>
              </p:cNvPr>
              <p:cNvGrpSpPr/>
              <p:nvPr/>
            </p:nvGrpSpPr>
            <p:grpSpPr>
              <a:xfrm>
                <a:off x="1801039" y="2626926"/>
                <a:ext cx="880274" cy="310813"/>
                <a:chOff x="1484487" y="2160412"/>
                <a:chExt cx="1954171" cy="689991"/>
              </a:xfrm>
            </p:grpSpPr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80E631EC-17E5-48BC-9118-F2CCE7149640}"/>
                    </a:ext>
                  </a:extLst>
                </p:cNvPr>
                <p:cNvGrpSpPr/>
                <p:nvPr/>
              </p:nvGrpSpPr>
              <p:grpSpPr>
                <a:xfrm>
                  <a:off x="1489663" y="2752601"/>
                  <a:ext cx="1944888" cy="97802"/>
                  <a:chOff x="1489663" y="2752601"/>
                  <a:chExt cx="1944888" cy="97802"/>
                </a:xfrm>
              </p:grpSpPr>
              <p:sp>
                <p:nvSpPr>
                  <p:cNvPr id="272" name="Rectangle 271">
                    <a:extLst>
                      <a:ext uri="{FF2B5EF4-FFF2-40B4-BE49-F238E27FC236}">
                        <a16:creationId xmlns:a16="http://schemas.microsoft.com/office/drawing/2014/main" id="{D5537E3F-04B4-4B55-84A5-A4D9215C2847}"/>
                      </a:ext>
                    </a:extLst>
                  </p:cNvPr>
                  <p:cNvSpPr/>
                  <p:nvPr/>
                </p:nvSpPr>
                <p:spPr>
                  <a:xfrm>
                    <a:off x="148966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46CFA523-08F4-4597-A35F-8EACBD935A31}"/>
                      </a:ext>
                    </a:extLst>
                  </p:cNvPr>
                  <p:cNvSpPr/>
                  <p:nvPr/>
                </p:nvSpPr>
                <p:spPr>
                  <a:xfrm>
                    <a:off x="1814877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BCA60808-10EB-4327-BB2C-AA0B360B0F31}"/>
                      </a:ext>
                    </a:extLst>
                  </p:cNvPr>
                  <p:cNvSpPr/>
                  <p:nvPr/>
                </p:nvSpPr>
                <p:spPr>
                  <a:xfrm>
                    <a:off x="2140091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67B893FE-E75B-4793-9332-79510ADC32B1}"/>
                      </a:ext>
                    </a:extLst>
                  </p:cNvPr>
                  <p:cNvSpPr/>
                  <p:nvPr/>
                </p:nvSpPr>
                <p:spPr>
                  <a:xfrm>
                    <a:off x="2465305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A9465BC9-6DEA-47A3-92C4-C57043E7CBF6}"/>
                      </a:ext>
                    </a:extLst>
                  </p:cNvPr>
                  <p:cNvSpPr/>
                  <p:nvPr/>
                </p:nvSpPr>
                <p:spPr>
                  <a:xfrm>
                    <a:off x="2790519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2AFC3999-8638-4A50-ADC5-5F06D5898F88}"/>
                      </a:ext>
                    </a:extLst>
                  </p:cNvPr>
                  <p:cNvSpPr/>
                  <p:nvPr/>
                </p:nvSpPr>
                <p:spPr>
                  <a:xfrm>
                    <a:off x="311573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621C8736-A8C6-4E0B-A4BD-2A494D244878}"/>
                    </a:ext>
                  </a:extLst>
                </p:cNvPr>
                <p:cNvSpPr/>
                <p:nvPr/>
              </p:nvSpPr>
              <p:spPr>
                <a:xfrm>
                  <a:off x="1982993" y="2160412"/>
                  <a:ext cx="958229" cy="9780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461A5905-75B9-4477-ACA2-F53990098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4487" y="2258216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5E6FAC4F-EDF0-40A5-996E-FD84C489D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4097" y="2253912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C178B7B8-45F2-4A47-93FE-9C7C61D731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62461" y="2256062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7C839B02-DA32-4F8F-9360-3EA1E3BB1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8832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245633AD-6EEC-4E85-9CE6-1807E774DC26}"/>
                    </a:ext>
                  </a:extLst>
                </p:cNvPr>
                <p:cNvCxnSpPr>
                  <a:cxnSpLocks/>
                  <a:stCxn id="278" idx="2"/>
                  <a:endCxn id="275" idx="1"/>
                </p:cNvCxnSpPr>
                <p:nvPr/>
              </p:nvCxnSpPr>
              <p:spPr>
                <a:xfrm>
                  <a:off x="2462108" y="2258214"/>
                  <a:ext cx="3197" cy="5432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9AA5E3FF-F8E4-4820-88A2-C583FD643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13657" y="2256061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5DD54635-AD37-42D6-AE5C-38AA6645A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290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15A3500-C272-48FC-B1CC-DF46300F3606}"/>
                </a:ext>
              </a:extLst>
            </p:cNvPr>
            <p:cNvSpPr/>
            <p:nvPr/>
          </p:nvSpPr>
          <p:spPr>
            <a:xfrm>
              <a:off x="1297092" y="5801146"/>
              <a:ext cx="1055310" cy="645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FFCE538C-D5B4-43AF-AD60-71C5D0D394F8}"/>
                </a:ext>
              </a:extLst>
            </p:cNvPr>
            <p:cNvSpPr/>
            <p:nvPr/>
          </p:nvSpPr>
          <p:spPr>
            <a:xfrm>
              <a:off x="1194609" y="6446509"/>
              <a:ext cx="1260277" cy="4913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8" name="Freeform: Shape 387">
            <a:extLst>
              <a:ext uri="{FF2B5EF4-FFF2-40B4-BE49-F238E27FC236}">
                <a16:creationId xmlns:a16="http://schemas.microsoft.com/office/drawing/2014/main" id="{3FC20F76-649A-441B-BC6A-1C1A104CBDF9}"/>
              </a:ext>
            </a:extLst>
          </p:cNvPr>
          <p:cNvSpPr/>
          <p:nvPr/>
        </p:nvSpPr>
        <p:spPr>
          <a:xfrm>
            <a:off x="1306247" y="5806855"/>
            <a:ext cx="584763" cy="634574"/>
          </a:xfrm>
          <a:custGeom>
            <a:avLst/>
            <a:gdLst>
              <a:gd name="connsiteX0" fmla="*/ 0 w 700769"/>
              <a:gd name="connsiteY0" fmla="*/ 0 h 720089"/>
              <a:gd name="connsiteX1" fmla="*/ 617148 w 700769"/>
              <a:gd name="connsiteY1" fmla="*/ 0 h 720089"/>
              <a:gd name="connsiteX2" fmla="*/ 617148 w 700769"/>
              <a:gd name="connsiteY2" fmla="*/ 45719 h 720089"/>
              <a:gd name="connsiteX3" fmla="*/ 609002 w 700769"/>
              <a:gd name="connsiteY3" fmla="*/ 45719 h 720089"/>
              <a:gd name="connsiteX4" fmla="*/ 527800 w 700769"/>
              <a:gd name="connsiteY4" fmla="*/ 139182 h 720089"/>
              <a:gd name="connsiteX5" fmla="*/ 641882 w 700769"/>
              <a:gd name="connsiteY5" fmla="*/ 233829 h 720089"/>
              <a:gd name="connsiteX6" fmla="*/ 531950 w 700769"/>
              <a:gd name="connsiteY6" fmla="*/ 284907 h 720089"/>
              <a:gd name="connsiteX7" fmla="*/ 639480 w 700769"/>
              <a:gd name="connsiteY7" fmla="*/ 331842 h 720089"/>
              <a:gd name="connsiteX8" fmla="*/ 574676 w 700769"/>
              <a:gd name="connsiteY8" fmla="*/ 412940 h 720089"/>
              <a:gd name="connsiteX9" fmla="*/ 634028 w 700769"/>
              <a:gd name="connsiteY9" fmla="*/ 438846 h 720089"/>
              <a:gd name="connsiteX10" fmla="*/ 560727 w 700769"/>
              <a:gd name="connsiteY10" fmla="*/ 471268 h 720089"/>
              <a:gd name="connsiteX11" fmla="*/ 653079 w 700769"/>
              <a:gd name="connsiteY11" fmla="*/ 542822 h 720089"/>
              <a:gd name="connsiteX12" fmla="*/ 586812 w 700769"/>
              <a:gd name="connsiteY12" fmla="*/ 585245 h 720089"/>
              <a:gd name="connsiteX13" fmla="*/ 700769 w 700769"/>
              <a:gd name="connsiteY13" fmla="*/ 633471 h 720089"/>
              <a:gd name="connsiteX14" fmla="*/ 592508 w 700769"/>
              <a:gd name="connsiteY14" fmla="*/ 699919 h 720089"/>
              <a:gd name="connsiteX15" fmla="*/ 592508 w 700769"/>
              <a:gd name="connsiteY15" fmla="*/ 720089 h 720089"/>
              <a:gd name="connsiteX16" fmla="*/ 1 w 700769"/>
              <a:gd name="connsiteY16" fmla="*/ 720089 h 720089"/>
              <a:gd name="connsiteX17" fmla="*/ 1 w 700769"/>
              <a:gd name="connsiteY17" fmla="*/ 702439 h 720089"/>
              <a:gd name="connsiteX18" fmla="*/ 1 w 700769"/>
              <a:gd name="connsiteY18" fmla="*/ 608964 h 720089"/>
              <a:gd name="connsiteX19" fmla="*/ 1 w 700769"/>
              <a:gd name="connsiteY19" fmla="*/ 45719 h 720089"/>
              <a:gd name="connsiteX20" fmla="*/ 0 w 700769"/>
              <a:gd name="connsiteY20" fmla="*/ 45719 h 72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00769" h="720089">
                <a:moveTo>
                  <a:pt x="0" y="0"/>
                </a:moveTo>
                <a:lnTo>
                  <a:pt x="617148" y="0"/>
                </a:lnTo>
                <a:lnTo>
                  <a:pt x="617148" y="45719"/>
                </a:lnTo>
                <a:lnTo>
                  <a:pt x="609002" y="45719"/>
                </a:lnTo>
                <a:lnTo>
                  <a:pt x="527800" y="139182"/>
                </a:lnTo>
                <a:lnTo>
                  <a:pt x="641882" y="233829"/>
                </a:lnTo>
                <a:lnTo>
                  <a:pt x="531950" y="284907"/>
                </a:lnTo>
                <a:lnTo>
                  <a:pt x="639480" y="331842"/>
                </a:lnTo>
                <a:lnTo>
                  <a:pt x="574676" y="412940"/>
                </a:lnTo>
                <a:lnTo>
                  <a:pt x="634028" y="438846"/>
                </a:lnTo>
                <a:lnTo>
                  <a:pt x="560727" y="471268"/>
                </a:lnTo>
                <a:lnTo>
                  <a:pt x="653079" y="542822"/>
                </a:lnTo>
                <a:lnTo>
                  <a:pt x="586812" y="585245"/>
                </a:lnTo>
                <a:lnTo>
                  <a:pt x="700769" y="633471"/>
                </a:lnTo>
                <a:lnTo>
                  <a:pt x="592508" y="699919"/>
                </a:lnTo>
                <a:lnTo>
                  <a:pt x="592508" y="720089"/>
                </a:lnTo>
                <a:lnTo>
                  <a:pt x="1" y="720089"/>
                </a:lnTo>
                <a:lnTo>
                  <a:pt x="1" y="702439"/>
                </a:lnTo>
                <a:lnTo>
                  <a:pt x="1" y="608964"/>
                </a:lnTo>
                <a:lnTo>
                  <a:pt x="1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2D50AA9A-2650-4A67-8951-ED2822AC355E}"/>
              </a:ext>
            </a:extLst>
          </p:cNvPr>
          <p:cNvSpPr/>
          <p:nvPr/>
        </p:nvSpPr>
        <p:spPr>
          <a:xfrm>
            <a:off x="3878087" y="5335136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623B2873-F9D3-4A24-92C4-F4098E2E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57336" y="4402298"/>
            <a:ext cx="831023" cy="434811"/>
          </a:xfrm>
          <a:prstGeom prst="rect">
            <a:avLst/>
          </a:prstGeom>
        </p:spPr>
      </p:pic>
      <p:sp>
        <p:nvSpPr>
          <p:cNvPr id="85" name="Flowchart: Data 84">
            <a:extLst>
              <a:ext uri="{FF2B5EF4-FFF2-40B4-BE49-F238E27FC236}">
                <a16:creationId xmlns:a16="http://schemas.microsoft.com/office/drawing/2014/main" id="{C09546A0-A9B5-4151-8134-2CA81A65B05A}"/>
              </a:ext>
            </a:extLst>
          </p:cNvPr>
          <p:cNvSpPr/>
          <p:nvPr/>
        </p:nvSpPr>
        <p:spPr>
          <a:xfrm>
            <a:off x="6556376" y="2424806"/>
            <a:ext cx="3226676" cy="1025866"/>
          </a:xfrm>
          <a:prstGeom prst="flowChartInputOutpu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lowchart: Data 83">
            <a:extLst>
              <a:ext uri="{FF2B5EF4-FFF2-40B4-BE49-F238E27FC236}">
                <a16:creationId xmlns:a16="http://schemas.microsoft.com/office/drawing/2014/main" id="{A55C9B1D-1CAE-4C1E-9B47-62A8E3BEBC09}"/>
              </a:ext>
            </a:extLst>
          </p:cNvPr>
          <p:cNvSpPr/>
          <p:nvPr/>
        </p:nvSpPr>
        <p:spPr>
          <a:xfrm>
            <a:off x="7266881" y="1202473"/>
            <a:ext cx="3226676" cy="1006840"/>
          </a:xfrm>
          <a:prstGeom prst="flowChartInputOutpu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EAC6D-47A7-42A0-B7F5-DBBD0B0A4107}"/>
              </a:ext>
            </a:extLst>
          </p:cNvPr>
          <p:cNvSpPr txBox="1"/>
          <p:nvPr/>
        </p:nvSpPr>
        <p:spPr>
          <a:xfrm>
            <a:off x="310718" y="292963"/>
            <a:ext cx="5273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Power Quality of EV Fast Charging Station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sp>
        <p:nvSpPr>
          <p:cNvPr id="25" name="文本框 53">
            <a:extLst>
              <a:ext uri="{FF2B5EF4-FFF2-40B4-BE49-F238E27FC236}">
                <a16:creationId xmlns:a16="http://schemas.microsoft.com/office/drawing/2014/main" id="{EC91A1EC-A2E9-4F20-AD1E-9F4652C328AE}"/>
              </a:ext>
            </a:extLst>
          </p:cNvPr>
          <p:cNvSpPr txBox="1"/>
          <p:nvPr/>
        </p:nvSpPr>
        <p:spPr>
          <a:xfrm>
            <a:off x="7266881" y="1300332"/>
            <a:ext cx="1290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MV Substation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78363DA-3B2A-45C6-9FF4-F5391EF9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3952" y="1334145"/>
            <a:ext cx="852671" cy="25866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D1AF51A-8D3F-4357-AB35-0C040757A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2165" y="1469788"/>
            <a:ext cx="854483" cy="259213"/>
          </a:xfrm>
          <a:prstGeom prst="rect">
            <a:avLst/>
          </a:prstGeom>
        </p:spPr>
      </p:pic>
      <p:sp>
        <p:nvSpPr>
          <p:cNvPr id="28" name="文本框 53">
            <a:extLst>
              <a:ext uri="{FF2B5EF4-FFF2-40B4-BE49-F238E27FC236}">
                <a16:creationId xmlns:a16="http://schemas.microsoft.com/office/drawing/2014/main" id="{334A98CF-FF6D-4F9D-9E8E-F691FE7B7FF2}"/>
              </a:ext>
            </a:extLst>
          </p:cNvPr>
          <p:cNvSpPr txBox="1"/>
          <p:nvPr/>
        </p:nvSpPr>
        <p:spPr>
          <a:xfrm>
            <a:off x="8171621" y="1923534"/>
            <a:ext cx="1774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Transmission Grid</a:t>
            </a:r>
            <a:endParaRPr lang="zh-CN" altLang="en-US" sz="1400" dirty="0">
              <a:latin typeface="Futura" pitchFamily="50" charset="0"/>
            </a:endParaRPr>
          </a:p>
        </p:txBody>
      </p:sp>
      <p:sp>
        <p:nvSpPr>
          <p:cNvPr id="29" name="文本框 53">
            <a:extLst>
              <a:ext uri="{FF2B5EF4-FFF2-40B4-BE49-F238E27FC236}">
                <a16:creationId xmlns:a16="http://schemas.microsoft.com/office/drawing/2014/main" id="{196AA526-C417-4BAB-ABBF-5E35D26B0443}"/>
              </a:ext>
            </a:extLst>
          </p:cNvPr>
          <p:cNvSpPr txBox="1"/>
          <p:nvPr/>
        </p:nvSpPr>
        <p:spPr>
          <a:xfrm>
            <a:off x="7659965" y="2411337"/>
            <a:ext cx="223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MV Distribution Grid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154211A-FA0B-4BE0-BD0D-ED4E2EC4A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356327" y="2827296"/>
            <a:ext cx="1219256" cy="157500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7990DC5-7399-4044-BA2E-89CF4FF889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5900" y="2729493"/>
            <a:ext cx="226339" cy="66015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840B677-5F33-4389-84AD-CA5BBF552E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5821" y="2444849"/>
            <a:ext cx="1372956" cy="42119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2D36251-1854-4919-8118-B169E55965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202633" y="1728416"/>
            <a:ext cx="358791" cy="748572"/>
          </a:xfrm>
          <a:prstGeom prst="rect">
            <a:avLst/>
          </a:prstGeom>
        </p:spPr>
      </p:pic>
      <p:sp>
        <p:nvSpPr>
          <p:cNvPr id="39" name="文本框 53">
            <a:extLst>
              <a:ext uri="{FF2B5EF4-FFF2-40B4-BE49-F238E27FC236}">
                <a16:creationId xmlns:a16="http://schemas.microsoft.com/office/drawing/2014/main" id="{6567949A-7AEC-4DA7-905A-9A8310C1C072}"/>
              </a:ext>
            </a:extLst>
          </p:cNvPr>
          <p:cNvSpPr txBox="1"/>
          <p:nvPr/>
        </p:nvSpPr>
        <p:spPr>
          <a:xfrm>
            <a:off x="6007675" y="5660797"/>
            <a:ext cx="96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LV AC bus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A5812D-1FFC-4D03-8289-CA74FB094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875969" flipH="1">
            <a:off x="8696606" y="1147591"/>
            <a:ext cx="496128" cy="15050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55F0D45-4199-491A-9775-FD0BB021F9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57796" flipH="1">
            <a:off x="8697509" y="1274140"/>
            <a:ext cx="496128" cy="15050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6666DED-1C3C-4B04-8D4D-DB42BE2C9C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83764" y="1096681"/>
            <a:ext cx="300521" cy="88486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D0F1E8A-CF01-4B63-AFCD-BA9A1457F6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7513149" y="1553009"/>
            <a:ext cx="670427" cy="52860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FDADF0F-2DF6-465E-BB2A-AE8EC568813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16018" y="4268772"/>
            <a:ext cx="642972" cy="40575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CC59920-7942-4A0F-8CF4-53AAA1B597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7494" y="2330992"/>
            <a:ext cx="226339" cy="660156"/>
          </a:xfrm>
          <a:prstGeom prst="rect">
            <a:avLst/>
          </a:prstGeom>
        </p:spPr>
      </p:pic>
      <p:sp>
        <p:nvSpPr>
          <p:cNvPr id="87" name="文本框 53">
            <a:extLst>
              <a:ext uri="{FF2B5EF4-FFF2-40B4-BE49-F238E27FC236}">
                <a16:creationId xmlns:a16="http://schemas.microsoft.com/office/drawing/2014/main" id="{99DC6067-B120-486A-A66C-C91EA35178B7}"/>
              </a:ext>
            </a:extLst>
          </p:cNvPr>
          <p:cNvSpPr txBox="1"/>
          <p:nvPr/>
        </p:nvSpPr>
        <p:spPr>
          <a:xfrm>
            <a:off x="6418585" y="3927980"/>
            <a:ext cx="1568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FCS Transformer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111" name="文本框 53">
            <a:extLst>
              <a:ext uri="{FF2B5EF4-FFF2-40B4-BE49-F238E27FC236}">
                <a16:creationId xmlns:a16="http://schemas.microsoft.com/office/drawing/2014/main" id="{BE13090D-4C48-40B1-AA22-7CF899F3BB13}"/>
              </a:ext>
            </a:extLst>
          </p:cNvPr>
          <p:cNvSpPr txBox="1"/>
          <p:nvPr/>
        </p:nvSpPr>
        <p:spPr>
          <a:xfrm>
            <a:off x="1974286" y="3614797"/>
            <a:ext cx="2447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5F63A5E6-EB6E-401B-8D89-599B13473B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05475" y="4263403"/>
            <a:ext cx="875099" cy="341502"/>
          </a:xfrm>
          <a:prstGeom prst="rect">
            <a:avLst/>
          </a:prstGeom>
          <a:effectLst/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5384C37-0967-4E8F-B979-6EC0DE2BDA77}"/>
              </a:ext>
            </a:extLst>
          </p:cNvPr>
          <p:cNvCxnSpPr>
            <a:cxnSpLocks/>
          </p:cNvCxnSpPr>
          <p:nvPr/>
        </p:nvCxnSpPr>
        <p:spPr>
          <a:xfrm>
            <a:off x="4805326" y="4263403"/>
            <a:ext cx="741796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6410BC6-28F2-421B-9DA8-610BAF4B96F4}"/>
              </a:ext>
            </a:extLst>
          </p:cNvPr>
          <p:cNvCxnSpPr>
            <a:cxnSpLocks/>
          </p:cNvCxnSpPr>
          <p:nvPr/>
        </p:nvCxnSpPr>
        <p:spPr>
          <a:xfrm>
            <a:off x="4651978" y="4880612"/>
            <a:ext cx="1463779" cy="1720"/>
          </a:xfrm>
          <a:prstGeom prst="line">
            <a:avLst/>
          </a:prstGeom>
          <a:ln w="25400" cap="rnd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AE535354-F2C9-469A-868A-A9C0F7F71595}"/>
              </a:ext>
            </a:extLst>
          </p:cNvPr>
          <p:cNvSpPr/>
          <p:nvPr/>
        </p:nvSpPr>
        <p:spPr>
          <a:xfrm>
            <a:off x="4225618" y="4152919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91A7BCC-846D-4249-B522-E0E9DCD2A825}"/>
              </a:ext>
            </a:extLst>
          </p:cNvPr>
          <p:cNvSpPr/>
          <p:nvPr/>
        </p:nvSpPr>
        <p:spPr>
          <a:xfrm>
            <a:off x="4494390" y="4052654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189FFF3-7C36-456A-ABBF-EC1EA4C75A25}"/>
              </a:ext>
            </a:extLst>
          </p:cNvPr>
          <p:cNvSpPr/>
          <p:nvPr/>
        </p:nvSpPr>
        <p:spPr>
          <a:xfrm>
            <a:off x="4458830" y="4466196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75BB937-6AA0-4986-AEB1-2B05D231E0CB}"/>
              </a:ext>
            </a:extLst>
          </p:cNvPr>
          <p:cNvGrpSpPr/>
          <p:nvPr/>
        </p:nvGrpSpPr>
        <p:grpSpPr>
          <a:xfrm>
            <a:off x="4615073" y="4266878"/>
            <a:ext cx="83752" cy="135420"/>
            <a:chOff x="5379719" y="2305749"/>
            <a:chExt cx="204336" cy="37042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9771E3C-C004-4C57-9F6F-CACD33DC0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68B8E9-C6CC-42A2-B71E-79114B17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4804D2-7D08-420F-8A7A-5F177FD3B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31AE932-578A-4EBF-A2A8-6AE61130299D}"/>
              </a:ext>
            </a:extLst>
          </p:cNvPr>
          <p:cNvSpPr/>
          <p:nvPr/>
        </p:nvSpPr>
        <p:spPr>
          <a:xfrm>
            <a:off x="4539622" y="4081885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8" name="Afbeelding 8" descr="TUDelft_LogoZWART.eps">
            <a:extLst>
              <a:ext uri="{FF2B5EF4-FFF2-40B4-BE49-F238E27FC236}">
                <a16:creationId xmlns:a16="http://schemas.microsoft.com/office/drawing/2014/main" id="{2B8669DE-94E3-4051-8958-8CF26D913A0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3557" y="6146923"/>
            <a:ext cx="1408419" cy="549284"/>
          </a:xfrm>
          <a:prstGeom prst="rect">
            <a:avLst/>
          </a:prstGeom>
        </p:spPr>
      </p:pic>
      <p:pic>
        <p:nvPicPr>
          <p:cNvPr id="139" name="Picture 4" descr="http://www.ewi.tudelft.nl/uploads/RTEmagicC_a26c6a4667.png.png">
            <a:extLst>
              <a:ext uri="{FF2B5EF4-FFF2-40B4-BE49-F238E27FC236}">
                <a16:creationId xmlns:a16="http://schemas.microsoft.com/office/drawing/2014/main" id="{A3C0C412-63FE-4BD9-BBB0-29048BD9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735" y="6205188"/>
            <a:ext cx="1072372" cy="59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4F18ACF3-DA86-4E99-B242-7DA2F3893FF4}"/>
              </a:ext>
            </a:extLst>
          </p:cNvPr>
          <p:cNvSpPr/>
          <p:nvPr/>
        </p:nvSpPr>
        <p:spPr>
          <a:xfrm>
            <a:off x="4318673" y="4668107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F02B5B3-C818-48F9-878B-5DCE38202405}"/>
              </a:ext>
            </a:extLst>
          </p:cNvPr>
          <p:cNvSpPr/>
          <p:nvPr/>
        </p:nvSpPr>
        <p:spPr>
          <a:xfrm>
            <a:off x="4283113" y="5081649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0D7ED05-6E45-44A1-B734-9CF53419E964}"/>
              </a:ext>
            </a:extLst>
          </p:cNvPr>
          <p:cNvGrpSpPr/>
          <p:nvPr/>
        </p:nvGrpSpPr>
        <p:grpSpPr>
          <a:xfrm>
            <a:off x="4439356" y="4882331"/>
            <a:ext cx="83752" cy="135420"/>
            <a:chOff x="5379719" y="2305749"/>
            <a:chExt cx="204336" cy="370428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7B479E-F24E-4692-B240-EE73588A1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8B7E85B-A0B1-4869-AF19-D78E07B97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53F5087-733E-48E2-BA70-9A9838F43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1E0BFA07-FBF5-453F-A66D-E94B074D950C}"/>
              </a:ext>
            </a:extLst>
          </p:cNvPr>
          <p:cNvSpPr/>
          <p:nvPr/>
        </p:nvSpPr>
        <p:spPr>
          <a:xfrm>
            <a:off x="4363905" y="4697338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8C4402C-CEEF-41BA-9B66-F39F066E2AEA}"/>
              </a:ext>
            </a:extLst>
          </p:cNvPr>
          <p:cNvCxnSpPr>
            <a:cxnSpLocks/>
          </p:cNvCxnSpPr>
          <p:nvPr/>
        </p:nvCxnSpPr>
        <p:spPr>
          <a:xfrm>
            <a:off x="4458830" y="5467290"/>
            <a:ext cx="2197947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18B49E6-E226-423E-82A7-A1903A093897}"/>
              </a:ext>
            </a:extLst>
          </p:cNvPr>
          <p:cNvSpPr/>
          <p:nvPr/>
        </p:nvSpPr>
        <p:spPr>
          <a:xfrm>
            <a:off x="4145074" y="5249662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B0AD7E3-AC9D-4E90-B7B7-0D76BD9CE0FB}"/>
              </a:ext>
            </a:extLst>
          </p:cNvPr>
          <p:cNvSpPr/>
          <p:nvPr/>
        </p:nvSpPr>
        <p:spPr>
          <a:xfrm>
            <a:off x="4109514" y="5663204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80CBC27-4D83-4BBC-9561-78F94CF9B8BC}"/>
              </a:ext>
            </a:extLst>
          </p:cNvPr>
          <p:cNvGrpSpPr/>
          <p:nvPr/>
        </p:nvGrpSpPr>
        <p:grpSpPr>
          <a:xfrm>
            <a:off x="4265757" y="5463886"/>
            <a:ext cx="83752" cy="135420"/>
            <a:chOff x="5379719" y="2305749"/>
            <a:chExt cx="204336" cy="370428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F2C5F22-F002-4882-A6D4-B6B0DA4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9FACD17-1DC8-433D-B96E-ACE9CCBC7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54A3460-6261-4DEA-8154-5585066D6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0F57C3E-F76D-4407-A105-4D8E145DDF1A}"/>
              </a:ext>
            </a:extLst>
          </p:cNvPr>
          <p:cNvCxnSpPr>
            <a:cxnSpLocks/>
          </p:cNvCxnSpPr>
          <p:nvPr/>
        </p:nvCxnSpPr>
        <p:spPr>
          <a:xfrm>
            <a:off x="2364761" y="6051825"/>
            <a:ext cx="4837872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4FCBF07-3252-45A6-9492-7D04E6BED7E2}"/>
              </a:ext>
            </a:extLst>
          </p:cNvPr>
          <p:cNvSpPr/>
          <p:nvPr/>
        </p:nvSpPr>
        <p:spPr>
          <a:xfrm>
            <a:off x="4190306" y="5278893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4B117A98-E4F8-4787-B1A6-BFBC8E8A9A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20095" y="4872118"/>
            <a:ext cx="875099" cy="341502"/>
          </a:xfrm>
          <a:prstGeom prst="rect">
            <a:avLst/>
          </a:prstGeom>
          <a:effectLst/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2451FB05-D1DA-4DA2-91FC-0FE03845C9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1649" y="5432133"/>
            <a:ext cx="875099" cy="341502"/>
          </a:xfrm>
          <a:prstGeom prst="rect">
            <a:avLst/>
          </a:prstGeom>
          <a:effectLst/>
        </p:spPr>
      </p:pic>
      <p:sp>
        <p:nvSpPr>
          <p:cNvPr id="236" name="Oval 235">
            <a:extLst>
              <a:ext uri="{FF2B5EF4-FFF2-40B4-BE49-F238E27FC236}">
                <a16:creationId xmlns:a16="http://schemas.microsoft.com/office/drawing/2014/main" id="{8EF8D2E7-8958-47A1-9D7B-6BF2B3D5D98D}"/>
              </a:ext>
            </a:extLst>
          </p:cNvPr>
          <p:cNvSpPr/>
          <p:nvPr/>
        </p:nvSpPr>
        <p:spPr>
          <a:xfrm rot="2796645">
            <a:off x="6542040" y="4577445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B50245-3CD7-4441-8463-5B744AF4ABD8}"/>
              </a:ext>
            </a:extLst>
          </p:cNvPr>
          <p:cNvCxnSpPr>
            <a:cxnSpLocks/>
          </p:cNvCxnSpPr>
          <p:nvPr/>
        </p:nvCxnSpPr>
        <p:spPr>
          <a:xfrm>
            <a:off x="5346169" y="4034683"/>
            <a:ext cx="2057368" cy="2216459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文本框 53">
            <a:extLst>
              <a:ext uri="{FF2B5EF4-FFF2-40B4-BE49-F238E27FC236}">
                <a16:creationId xmlns:a16="http://schemas.microsoft.com/office/drawing/2014/main" id="{1FDAE70E-50C5-4BF9-93BD-0E193B530677}"/>
              </a:ext>
            </a:extLst>
          </p:cNvPr>
          <p:cNvSpPr txBox="1"/>
          <p:nvPr/>
        </p:nvSpPr>
        <p:spPr>
          <a:xfrm>
            <a:off x="9400377" y="3692902"/>
            <a:ext cx="1650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Current at the PCC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EC65FFB8-3889-462C-A69C-C02D60EE0C6C}"/>
              </a:ext>
            </a:extLst>
          </p:cNvPr>
          <p:cNvSpPr/>
          <p:nvPr/>
        </p:nvSpPr>
        <p:spPr>
          <a:xfrm>
            <a:off x="6667439" y="4663816"/>
            <a:ext cx="2580985" cy="1330290"/>
          </a:xfrm>
          <a:custGeom>
            <a:avLst/>
            <a:gdLst>
              <a:gd name="connsiteX0" fmla="*/ 2608580 w 2608580"/>
              <a:gd name="connsiteY0" fmla="*/ 1023620 h 1253208"/>
              <a:gd name="connsiteX1" fmla="*/ 2362200 w 2608580"/>
              <a:gd name="connsiteY1" fmla="*/ 1247140 h 1253208"/>
              <a:gd name="connsiteX2" fmla="*/ 1922780 w 2608580"/>
              <a:gd name="connsiteY2" fmla="*/ 1173480 h 1253208"/>
              <a:gd name="connsiteX3" fmla="*/ 1264920 w 2608580"/>
              <a:gd name="connsiteY3" fmla="*/ 1000760 h 1253208"/>
              <a:gd name="connsiteX4" fmla="*/ 0 w 2608580"/>
              <a:gd name="connsiteY4" fmla="*/ 0 h 125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8580" h="1253208">
                <a:moveTo>
                  <a:pt x="2608580" y="1023620"/>
                </a:moveTo>
                <a:cubicBezTo>
                  <a:pt x="2542540" y="1122891"/>
                  <a:pt x="2476500" y="1222163"/>
                  <a:pt x="2362200" y="1247140"/>
                </a:cubicBezTo>
                <a:cubicBezTo>
                  <a:pt x="2247900" y="1272117"/>
                  <a:pt x="2105660" y="1214543"/>
                  <a:pt x="1922780" y="1173480"/>
                </a:cubicBezTo>
                <a:cubicBezTo>
                  <a:pt x="1739900" y="1132417"/>
                  <a:pt x="1585383" y="1196340"/>
                  <a:pt x="1264920" y="1000760"/>
                </a:cubicBezTo>
                <a:cubicBezTo>
                  <a:pt x="944457" y="805180"/>
                  <a:pt x="472228" y="40259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0E0A227E-B775-490C-B480-F00B7C5B3A21}"/>
              </a:ext>
            </a:extLst>
          </p:cNvPr>
          <p:cNvSpPr/>
          <p:nvPr/>
        </p:nvSpPr>
        <p:spPr>
          <a:xfrm>
            <a:off x="6578790" y="4738324"/>
            <a:ext cx="2910650" cy="1221594"/>
          </a:xfrm>
          <a:custGeom>
            <a:avLst/>
            <a:gdLst>
              <a:gd name="connsiteX0" fmla="*/ 2900680 w 2900680"/>
              <a:gd name="connsiteY0" fmla="*/ 967740 h 1179638"/>
              <a:gd name="connsiteX1" fmla="*/ 2466340 w 2900680"/>
              <a:gd name="connsiteY1" fmla="*/ 1150620 h 1179638"/>
              <a:gd name="connsiteX2" fmla="*/ 810260 w 2900680"/>
              <a:gd name="connsiteY2" fmla="*/ 426720 h 1179638"/>
              <a:gd name="connsiteX3" fmla="*/ 0 w 2900680"/>
              <a:gd name="connsiteY3" fmla="*/ 0 h 117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0680" h="1179638">
                <a:moveTo>
                  <a:pt x="2900680" y="967740"/>
                </a:moveTo>
                <a:cubicBezTo>
                  <a:pt x="2857711" y="1104265"/>
                  <a:pt x="2814743" y="1240790"/>
                  <a:pt x="2466340" y="1150620"/>
                </a:cubicBezTo>
                <a:cubicBezTo>
                  <a:pt x="2117937" y="1060450"/>
                  <a:pt x="1221317" y="618490"/>
                  <a:pt x="810260" y="426720"/>
                </a:cubicBezTo>
                <a:cubicBezTo>
                  <a:pt x="399203" y="234950"/>
                  <a:pt x="199601" y="11747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9592D4CD-653B-4E2C-974D-6424A389602A}"/>
              </a:ext>
            </a:extLst>
          </p:cNvPr>
          <p:cNvSpPr/>
          <p:nvPr/>
        </p:nvSpPr>
        <p:spPr>
          <a:xfrm rot="1769804">
            <a:off x="6443073" y="4666048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FB041E5C-3919-4240-BEA0-DE4791A2525B}"/>
              </a:ext>
            </a:extLst>
          </p:cNvPr>
          <p:cNvSpPr/>
          <p:nvPr/>
        </p:nvSpPr>
        <p:spPr>
          <a:xfrm>
            <a:off x="6459220" y="4811044"/>
            <a:ext cx="3275330" cy="1131504"/>
          </a:xfrm>
          <a:custGeom>
            <a:avLst/>
            <a:gdLst>
              <a:gd name="connsiteX0" fmla="*/ 3238500 w 3238500"/>
              <a:gd name="connsiteY0" fmla="*/ 899160 h 1115277"/>
              <a:gd name="connsiteX1" fmla="*/ 2807970 w 3238500"/>
              <a:gd name="connsiteY1" fmla="*/ 1101090 h 1115277"/>
              <a:gd name="connsiteX2" fmla="*/ 1828800 w 3238500"/>
              <a:gd name="connsiteY2" fmla="*/ 975360 h 1115277"/>
              <a:gd name="connsiteX3" fmla="*/ 0 w 3238500"/>
              <a:gd name="connsiteY3" fmla="*/ 0 h 111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15277">
                <a:moveTo>
                  <a:pt x="3238500" y="899160"/>
                </a:moveTo>
                <a:cubicBezTo>
                  <a:pt x="3140710" y="993775"/>
                  <a:pt x="3042920" y="1088390"/>
                  <a:pt x="2807970" y="1101090"/>
                </a:cubicBezTo>
                <a:cubicBezTo>
                  <a:pt x="2573020" y="1113790"/>
                  <a:pt x="2296795" y="1158875"/>
                  <a:pt x="1828800" y="975360"/>
                </a:cubicBezTo>
                <a:cubicBezTo>
                  <a:pt x="1360805" y="791845"/>
                  <a:pt x="680402" y="395922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524E7AD-C3D9-496E-9B4D-2CB4E5A3A980}"/>
              </a:ext>
            </a:extLst>
          </p:cNvPr>
          <p:cNvSpPr/>
          <p:nvPr/>
        </p:nvSpPr>
        <p:spPr>
          <a:xfrm rot="2175211">
            <a:off x="6327687" y="4730907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8" name="Graphic 317" descr="Lightbulb with solid fill">
            <a:extLst>
              <a:ext uri="{FF2B5EF4-FFF2-40B4-BE49-F238E27FC236}">
                <a16:creationId xmlns:a16="http://schemas.microsoft.com/office/drawing/2014/main" id="{15C95E9B-5C2B-4F79-A602-FD59DC62406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0800000">
            <a:off x="1922692" y="5809200"/>
            <a:ext cx="336376" cy="300473"/>
          </a:xfrm>
          <a:prstGeom prst="rect">
            <a:avLst/>
          </a:prstGeom>
        </p:spPr>
      </p:pic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2112E36-96EA-45A4-865C-B05D50086D51}"/>
              </a:ext>
            </a:extLst>
          </p:cNvPr>
          <p:cNvGrpSpPr/>
          <p:nvPr/>
        </p:nvGrpSpPr>
        <p:grpSpPr>
          <a:xfrm rot="10800000">
            <a:off x="1884108" y="5922706"/>
            <a:ext cx="410666" cy="291645"/>
            <a:chOff x="3360094" y="3061652"/>
            <a:chExt cx="771964" cy="613736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64464D6A-9B3E-4F14-AC32-4C09F6DD7A59}"/>
                </a:ext>
              </a:extLst>
            </p:cNvPr>
            <p:cNvGrpSpPr/>
            <p:nvPr/>
          </p:nvGrpSpPr>
          <p:grpSpPr>
            <a:xfrm>
              <a:off x="3746076" y="3064669"/>
              <a:ext cx="385982" cy="610719"/>
              <a:chOff x="3746076" y="3064669"/>
              <a:chExt cx="385982" cy="610719"/>
            </a:xfrm>
          </p:grpSpPr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401382-4418-47EB-9AF5-BBE6F8156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2224E4FA-A206-4B4E-8187-A17B23DE3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2A251E06-9D6D-4D37-8D4C-99C150CFC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B241B706-05D8-43F7-B088-2952D8020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F6C26B86-E6E4-4315-B5A7-0BD521B2C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98DCCDD-F34D-426F-AE40-613B509342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4227ED65-4715-4660-B86C-1739969F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7CF677DC-1F12-40B4-B59F-486339528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3703D069-1E63-4E3A-81FB-28525E1575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4FE0129F-F4B1-4961-965B-A439B0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73CABA6-ECA4-4456-8487-6B916735EC42}"/>
                </a:ext>
              </a:extLst>
            </p:cNvPr>
            <p:cNvGrpSpPr/>
            <p:nvPr/>
          </p:nvGrpSpPr>
          <p:grpSpPr>
            <a:xfrm flipH="1">
              <a:off x="3360094" y="3061652"/>
              <a:ext cx="385982" cy="610719"/>
              <a:chOff x="3746076" y="3064669"/>
              <a:chExt cx="385982" cy="610719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D18C0B0A-66B2-414F-B420-44C5C2EE5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4F09501-7EE1-4E8D-9486-E2BF460A7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D521C409-568A-4CE8-966F-2B91756FA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E3041C98-EE23-4135-B3EF-027902CDC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1327CB1-1329-46CD-859A-DB201883D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867AB67A-292A-4BD9-A12C-C4CC51909C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75849C-56E0-4D70-9162-8362AA83D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810A7E3-C664-4951-9DDE-106F89F54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28636AB5-8D88-4516-8592-D9E5CE11BC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AD17BF5C-A9D9-4AC5-BE29-03CC85667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D2AECA80-7D8D-42C1-B36B-41FFF1143B7F}"/>
              </a:ext>
            </a:extLst>
          </p:cNvPr>
          <p:cNvSpPr/>
          <p:nvPr/>
        </p:nvSpPr>
        <p:spPr>
          <a:xfrm>
            <a:off x="1401617" y="5928757"/>
            <a:ext cx="226339" cy="505351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C1A74283-0647-43AE-AE96-D7DF9A48E005}"/>
              </a:ext>
            </a:extLst>
          </p:cNvPr>
          <p:cNvSpPr/>
          <p:nvPr/>
        </p:nvSpPr>
        <p:spPr>
          <a:xfrm>
            <a:off x="2019760" y="5936186"/>
            <a:ext cx="142240" cy="141319"/>
          </a:xfrm>
          <a:custGeom>
            <a:avLst/>
            <a:gdLst>
              <a:gd name="connsiteX0" fmla="*/ 38966 w 142240"/>
              <a:gd name="connsiteY0" fmla="*/ 0 h 141319"/>
              <a:gd name="connsiteX1" fmla="*/ 101832 w 142240"/>
              <a:gd name="connsiteY1" fmla="*/ 1905 h 141319"/>
              <a:gd name="connsiteX2" fmla="*/ 113995 w 142240"/>
              <a:gd name="connsiteY2" fmla="*/ 22220 h 141319"/>
              <a:gd name="connsiteX3" fmla="*/ 121409 w 142240"/>
              <a:gd name="connsiteY3" fmla="*/ 26930 h 141319"/>
              <a:gd name="connsiteX4" fmla="*/ 142240 w 142240"/>
              <a:gd name="connsiteY4" fmla="*/ 74311 h 141319"/>
              <a:gd name="connsiteX5" fmla="*/ 71120 w 142240"/>
              <a:gd name="connsiteY5" fmla="*/ 141319 h 141319"/>
              <a:gd name="connsiteX6" fmla="*/ 0 w 142240"/>
              <a:gd name="connsiteY6" fmla="*/ 74311 h 141319"/>
              <a:gd name="connsiteX7" fmla="*/ 20831 w 142240"/>
              <a:gd name="connsiteY7" fmla="*/ 26930 h 141319"/>
              <a:gd name="connsiteX8" fmla="*/ 26283 w 142240"/>
              <a:gd name="connsiteY8" fmla="*/ 23466 h 14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240" h="141319">
                <a:moveTo>
                  <a:pt x="38966" y="0"/>
                </a:moveTo>
                <a:lnTo>
                  <a:pt x="101832" y="1905"/>
                </a:lnTo>
                <a:lnTo>
                  <a:pt x="113995" y="22220"/>
                </a:lnTo>
                <a:lnTo>
                  <a:pt x="121409" y="26930"/>
                </a:lnTo>
                <a:cubicBezTo>
                  <a:pt x="134280" y="39056"/>
                  <a:pt x="142240" y="55808"/>
                  <a:pt x="142240" y="74311"/>
                </a:cubicBezTo>
                <a:cubicBezTo>
                  <a:pt x="142240" y="111318"/>
                  <a:pt x="110398" y="141319"/>
                  <a:pt x="71120" y="141319"/>
                </a:cubicBezTo>
                <a:cubicBezTo>
                  <a:pt x="31842" y="141319"/>
                  <a:pt x="0" y="111318"/>
                  <a:pt x="0" y="74311"/>
                </a:cubicBezTo>
                <a:cubicBezTo>
                  <a:pt x="0" y="55808"/>
                  <a:pt x="7960" y="39056"/>
                  <a:pt x="20831" y="26930"/>
                </a:cubicBezTo>
                <a:lnTo>
                  <a:pt x="26283" y="234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7C27FD06-B1B9-43B0-AB78-EB08A41E1BB8}"/>
              </a:ext>
            </a:extLst>
          </p:cNvPr>
          <p:cNvSpPr/>
          <p:nvPr/>
        </p:nvSpPr>
        <p:spPr>
          <a:xfrm>
            <a:off x="4043479" y="4755902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AFC8BF-E21A-A756-BF17-25FE016B1BB1}"/>
              </a:ext>
            </a:extLst>
          </p:cNvPr>
          <p:cNvGrpSpPr/>
          <p:nvPr/>
        </p:nvGrpSpPr>
        <p:grpSpPr>
          <a:xfrm>
            <a:off x="10040917" y="2564882"/>
            <a:ext cx="1889418" cy="985337"/>
            <a:chOff x="10040917" y="2564882"/>
            <a:chExt cx="1889418" cy="98533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C01E665-8E86-8969-66C5-C6D007A32D0C}"/>
                </a:ext>
              </a:extLst>
            </p:cNvPr>
            <p:cNvSpPr/>
            <p:nvPr/>
          </p:nvSpPr>
          <p:spPr>
            <a:xfrm>
              <a:off x="10040917" y="2564882"/>
              <a:ext cx="1888403" cy="9853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文本框 53">
              <a:extLst>
                <a:ext uri="{FF2B5EF4-FFF2-40B4-BE49-F238E27FC236}">
                  <a16:creationId xmlns:a16="http://schemas.microsoft.com/office/drawing/2014/main" id="{74083E08-1A64-E739-8DE9-4EE364AE9E9C}"/>
                </a:ext>
              </a:extLst>
            </p:cNvPr>
            <p:cNvSpPr txBox="1"/>
            <p:nvPr/>
          </p:nvSpPr>
          <p:spPr>
            <a:xfrm>
              <a:off x="10061075" y="2642052"/>
              <a:ext cx="18692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Futura" pitchFamily="50" charset="0"/>
                </a:rPr>
                <a:t>AI Based Control of the Fast Charging Station</a:t>
              </a:r>
              <a:endParaRPr lang="zh-CN" altLang="en-US" sz="1600" dirty="0">
                <a:latin typeface="Futura" pitchFamily="50" charset="0"/>
              </a:endParaRPr>
            </a:p>
          </p:txBody>
        </p:sp>
      </p:grp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8A125346-78FB-366B-CF0E-E26922DDD880}"/>
              </a:ext>
            </a:extLst>
          </p:cNvPr>
          <p:cNvSpPr/>
          <p:nvPr/>
        </p:nvSpPr>
        <p:spPr>
          <a:xfrm>
            <a:off x="9016050" y="3980585"/>
            <a:ext cx="2689992" cy="1886245"/>
          </a:xfrm>
          <a:prstGeom prst="roundRect">
            <a:avLst>
              <a:gd name="adj" fmla="val 567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056B6C91-F18C-8704-D73C-921D6EB49A45}"/>
              </a:ext>
            </a:extLst>
          </p:cNvPr>
          <p:cNvSpPr/>
          <p:nvPr/>
        </p:nvSpPr>
        <p:spPr>
          <a:xfrm>
            <a:off x="9128466" y="3980586"/>
            <a:ext cx="2118654" cy="16086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EEF07BD-EDF4-AC78-B938-7745035898B6}"/>
              </a:ext>
            </a:extLst>
          </p:cNvPr>
          <p:cNvGrpSpPr/>
          <p:nvPr/>
        </p:nvGrpSpPr>
        <p:grpSpPr>
          <a:xfrm>
            <a:off x="9017997" y="3984396"/>
            <a:ext cx="401703" cy="1604805"/>
            <a:chOff x="9017997" y="3984396"/>
            <a:chExt cx="401703" cy="1604805"/>
          </a:xfrm>
        </p:grpSpPr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1E447669-1B8B-9F11-029D-F95837C87502}"/>
                </a:ext>
              </a:extLst>
            </p:cNvPr>
            <p:cNvSpPr/>
            <p:nvPr/>
          </p:nvSpPr>
          <p:spPr>
            <a:xfrm>
              <a:off x="9026712" y="3984396"/>
              <a:ext cx="392988" cy="1076850"/>
            </a:xfrm>
            <a:prstGeom prst="roundRect">
              <a:avLst>
                <a:gd name="adj" fmla="val 30240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C5E9F31C-A07C-752A-5891-4430802F5EC2}"/>
                </a:ext>
              </a:extLst>
            </p:cNvPr>
            <p:cNvSpPr/>
            <p:nvPr/>
          </p:nvSpPr>
          <p:spPr>
            <a:xfrm>
              <a:off x="9017997" y="4907921"/>
              <a:ext cx="227603" cy="6812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3" name="Oval 292">
            <a:extLst>
              <a:ext uri="{FF2B5EF4-FFF2-40B4-BE49-F238E27FC236}">
                <a16:creationId xmlns:a16="http://schemas.microsoft.com/office/drawing/2014/main" id="{0CF22371-BB69-2A3E-78DB-0648D5331F13}"/>
              </a:ext>
            </a:extLst>
          </p:cNvPr>
          <p:cNvSpPr/>
          <p:nvPr/>
        </p:nvSpPr>
        <p:spPr>
          <a:xfrm>
            <a:off x="11290569" y="4081157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5706F0D9-1B06-EB67-685D-3DA4FF44BB9D}"/>
              </a:ext>
            </a:extLst>
          </p:cNvPr>
          <p:cNvSpPr/>
          <p:nvPr/>
        </p:nvSpPr>
        <p:spPr>
          <a:xfrm>
            <a:off x="11290569" y="4398539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70FEE66B-1E24-DF31-8778-EBC61CC3B31D}"/>
              </a:ext>
            </a:extLst>
          </p:cNvPr>
          <p:cNvSpPr/>
          <p:nvPr/>
        </p:nvSpPr>
        <p:spPr>
          <a:xfrm>
            <a:off x="11290569" y="4941200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B32DDCFB-E1E7-2147-EFED-880B8427A0D2}"/>
              </a:ext>
            </a:extLst>
          </p:cNvPr>
          <p:cNvSpPr/>
          <p:nvPr/>
        </p:nvSpPr>
        <p:spPr>
          <a:xfrm>
            <a:off x="11331060" y="5401853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8662C920-5C4E-D6DA-15ED-14DC4DC0FD7A}"/>
              </a:ext>
            </a:extLst>
          </p:cNvPr>
          <p:cNvSpPr/>
          <p:nvPr/>
        </p:nvSpPr>
        <p:spPr>
          <a:xfrm>
            <a:off x="11549442" y="4285154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6B9EE041-274C-E20C-778C-1605432238D9}"/>
              </a:ext>
            </a:extLst>
          </p:cNvPr>
          <p:cNvSpPr/>
          <p:nvPr/>
        </p:nvSpPr>
        <p:spPr>
          <a:xfrm>
            <a:off x="11490658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77F6743B-BF11-5403-5602-DA03A75B67A8}"/>
              </a:ext>
            </a:extLst>
          </p:cNvPr>
          <p:cNvSpPr/>
          <p:nvPr/>
        </p:nvSpPr>
        <p:spPr>
          <a:xfrm>
            <a:off x="11503491" y="5358025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CB026B18-5788-D4FF-EBC1-1DAA720A4CFD}"/>
              </a:ext>
            </a:extLst>
          </p:cNvPr>
          <p:cNvSpPr/>
          <p:nvPr/>
        </p:nvSpPr>
        <p:spPr>
          <a:xfrm>
            <a:off x="11585515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: Rounded Corners 301">
            <a:extLst>
              <a:ext uri="{FF2B5EF4-FFF2-40B4-BE49-F238E27FC236}">
                <a16:creationId xmlns:a16="http://schemas.microsoft.com/office/drawing/2014/main" id="{2B736280-F407-6028-DF20-963E63116105}"/>
              </a:ext>
            </a:extLst>
          </p:cNvPr>
          <p:cNvSpPr/>
          <p:nvPr/>
        </p:nvSpPr>
        <p:spPr>
          <a:xfrm>
            <a:off x="11490178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8FF260D0-E082-239D-A1FE-E7CFD61CD95A}"/>
              </a:ext>
            </a:extLst>
          </p:cNvPr>
          <p:cNvSpPr/>
          <p:nvPr/>
        </p:nvSpPr>
        <p:spPr>
          <a:xfrm>
            <a:off x="11585035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: Rounded Corners 303">
            <a:extLst>
              <a:ext uri="{FF2B5EF4-FFF2-40B4-BE49-F238E27FC236}">
                <a16:creationId xmlns:a16="http://schemas.microsoft.com/office/drawing/2014/main" id="{4BF2B543-0E5F-050B-7D1C-4E7F0B1D8D47}"/>
              </a:ext>
            </a:extLst>
          </p:cNvPr>
          <p:cNvSpPr/>
          <p:nvPr/>
        </p:nvSpPr>
        <p:spPr>
          <a:xfrm>
            <a:off x="11490178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: Rounded Corners 309">
            <a:extLst>
              <a:ext uri="{FF2B5EF4-FFF2-40B4-BE49-F238E27FC236}">
                <a16:creationId xmlns:a16="http://schemas.microsoft.com/office/drawing/2014/main" id="{2BECA74E-A58F-0BB3-7EFF-584788E5529F}"/>
              </a:ext>
            </a:extLst>
          </p:cNvPr>
          <p:cNvSpPr/>
          <p:nvPr/>
        </p:nvSpPr>
        <p:spPr>
          <a:xfrm>
            <a:off x="11585035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1494D28D-0556-F2F1-02FB-8324201B7C46}"/>
              </a:ext>
            </a:extLst>
          </p:cNvPr>
          <p:cNvSpPr/>
          <p:nvPr/>
        </p:nvSpPr>
        <p:spPr>
          <a:xfrm>
            <a:off x="11490178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886A2799-3820-FC38-463B-2A107763F6B0}"/>
              </a:ext>
            </a:extLst>
          </p:cNvPr>
          <p:cNvSpPr/>
          <p:nvPr/>
        </p:nvSpPr>
        <p:spPr>
          <a:xfrm>
            <a:off x="11585035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4AE28B6E-0A9B-1F0D-240C-E846BD740740}"/>
              </a:ext>
            </a:extLst>
          </p:cNvPr>
          <p:cNvSpPr/>
          <p:nvPr/>
        </p:nvSpPr>
        <p:spPr>
          <a:xfrm>
            <a:off x="11331060" y="4721050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: Rounded Corners 316">
            <a:extLst>
              <a:ext uri="{FF2B5EF4-FFF2-40B4-BE49-F238E27FC236}">
                <a16:creationId xmlns:a16="http://schemas.microsoft.com/office/drawing/2014/main" id="{9F91E331-06D8-9917-8AA3-DA56BD4FF0CE}"/>
              </a:ext>
            </a:extLst>
          </p:cNvPr>
          <p:cNvSpPr/>
          <p:nvPr/>
        </p:nvSpPr>
        <p:spPr>
          <a:xfrm>
            <a:off x="11492718" y="4424280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Rectangle: Rounded Corners 341">
            <a:extLst>
              <a:ext uri="{FF2B5EF4-FFF2-40B4-BE49-F238E27FC236}">
                <a16:creationId xmlns:a16="http://schemas.microsoft.com/office/drawing/2014/main" id="{7582F9AF-9D33-3A5F-B52D-CD3425E045F1}"/>
              </a:ext>
            </a:extLst>
          </p:cNvPr>
          <p:cNvSpPr/>
          <p:nvPr/>
        </p:nvSpPr>
        <p:spPr>
          <a:xfrm>
            <a:off x="11492718" y="4507277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DC8BD55A-9633-12E0-AAC9-86689A80287E}"/>
              </a:ext>
            </a:extLst>
          </p:cNvPr>
          <p:cNvSpPr/>
          <p:nvPr/>
        </p:nvSpPr>
        <p:spPr>
          <a:xfrm>
            <a:off x="11494245" y="4124751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8E32287-142F-B0EB-6E58-D6D811A0D337}"/>
              </a:ext>
            </a:extLst>
          </p:cNvPr>
          <p:cNvGrpSpPr/>
          <p:nvPr/>
        </p:nvGrpSpPr>
        <p:grpSpPr>
          <a:xfrm>
            <a:off x="9171318" y="5645974"/>
            <a:ext cx="164016" cy="164016"/>
            <a:chOff x="9171318" y="5646008"/>
            <a:chExt cx="164016" cy="164016"/>
          </a:xfrm>
        </p:grpSpPr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502E44C3-7666-7EEC-B46F-4F3B01363F07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5E7A2F94-8041-56C3-0E28-C9B99048AE67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0AE9C75F-2C80-0EBF-027A-9CAD1084DBE4}"/>
              </a:ext>
            </a:extLst>
          </p:cNvPr>
          <p:cNvGrpSpPr/>
          <p:nvPr/>
        </p:nvGrpSpPr>
        <p:grpSpPr>
          <a:xfrm>
            <a:off x="9412470" y="5645974"/>
            <a:ext cx="164016" cy="164016"/>
            <a:chOff x="9171318" y="5646008"/>
            <a:chExt cx="164016" cy="164016"/>
          </a:xfrm>
        </p:grpSpPr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964C0CB9-F874-3FE9-368C-85E6A159E23E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98C5E6D2-6904-BCFE-5B93-27EA7F9BB98B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8F4ED61-57B2-396A-BF5A-C0667CF1C3EC}"/>
              </a:ext>
            </a:extLst>
          </p:cNvPr>
          <p:cNvGrpSpPr/>
          <p:nvPr/>
        </p:nvGrpSpPr>
        <p:grpSpPr>
          <a:xfrm>
            <a:off x="9653622" y="5645974"/>
            <a:ext cx="164016" cy="164016"/>
            <a:chOff x="9171318" y="5646008"/>
            <a:chExt cx="164016" cy="164016"/>
          </a:xfrm>
        </p:grpSpPr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2CAE4702-D934-00BF-5BDF-C6DEBFFA0994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47C4367A-3B05-9076-B00D-4B7F2242A790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D4A45203-DCBD-206B-B593-41FC5E35A2C5}"/>
              </a:ext>
            </a:extLst>
          </p:cNvPr>
          <p:cNvGrpSpPr/>
          <p:nvPr/>
        </p:nvGrpSpPr>
        <p:grpSpPr>
          <a:xfrm>
            <a:off x="9894774" y="5645974"/>
            <a:ext cx="164016" cy="164016"/>
            <a:chOff x="9171318" y="5646008"/>
            <a:chExt cx="164016" cy="164016"/>
          </a:xfrm>
        </p:grpSpPr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DE97DE83-CA20-0B8D-1514-63C112EB1723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DF2E3D85-6C25-6161-487F-4BFE080DE936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7F4ABEE9-0412-80A7-BA22-4AAD065C03AB}"/>
              </a:ext>
            </a:extLst>
          </p:cNvPr>
          <p:cNvGrpSpPr/>
          <p:nvPr/>
        </p:nvGrpSpPr>
        <p:grpSpPr>
          <a:xfrm>
            <a:off x="10135926" y="5645974"/>
            <a:ext cx="164016" cy="164016"/>
            <a:chOff x="9171318" y="5646008"/>
            <a:chExt cx="164016" cy="164016"/>
          </a:xfrm>
        </p:grpSpPr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448C68D8-A98B-1685-F5B1-4C009E8B6917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81376BE1-EFCA-D24F-02F2-5C89473E8C8B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4D8659F8-066F-69B4-2B60-A276C451C3B1}"/>
              </a:ext>
            </a:extLst>
          </p:cNvPr>
          <p:cNvGrpSpPr/>
          <p:nvPr/>
        </p:nvGrpSpPr>
        <p:grpSpPr>
          <a:xfrm>
            <a:off x="10377078" y="5645974"/>
            <a:ext cx="164016" cy="164016"/>
            <a:chOff x="9171318" y="5646008"/>
            <a:chExt cx="164016" cy="164016"/>
          </a:xfrm>
        </p:grpSpPr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E87AE76F-75BB-3682-B5D7-10386AB3E337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17C38B33-F710-D66C-EA60-D8611DE52365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FA3B2352-1F93-CAE6-A790-D78609884CF3}"/>
              </a:ext>
            </a:extLst>
          </p:cNvPr>
          <p:cNvGrpSpPr/>
          <p:nvPr/>
        </p:nvGrpSpPr>
        <p:grpSpPr>
          <a:xfrm>
            <a:off x="10618230" y="5645974"/>
            <a:ext cx="164016" cy="164016"/>
            <a:chOff x="9171318" y="5646008"/>
            <a:chExt cx="164016" cy="164016"/>
          </a:xfrm>
        </p:grpSpPr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EC1617C7-FAEE-65A8-879A-0F2C1F02F339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B612B8D8-FD42-D186-7392-7500FCCB6C65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5497C0C0-0B50-3DF8-02E2-8EEAB6030C54}"/>
              </a:ext>
            </a:extLst>
          </p:cNvPr>
          <p:cNvGrpSpPr/>
          <p:nvPr/>
        </p:nvGrpSpPr>
        <p:grpSpPr>
          <a:xfrm>
            <a:off x="10859382" y="5645974"/>
            <a:ext cx="164016" cy="164016"/>
            <a:chOff x="9171318" y="5646008"/>
            <a:chExt cx="164016" cy="164016"/>
          </a:xfrm>
        </p:grpSpPr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4F7E801E-A86E-8B93-952A-16950F57A020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4C9EADD6-23A7-5474-8723-7F39CC7A6F27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9" name="Rectangle 368">
            <a:extLst>
              <a:ext uri="{FF2B5EF4-FFF2-40B4-BE49-F238E27FC236}">
                <a16:creationId xmlns:a16="http://schemas.microsoft.com/office/drawing/2014/main" id="{71D42139-13E1-2CAE-A61D-EBE31C8D9E69}"/>
              </a:ext>
            </a:extLst>
          </p:cNvPr>
          <p:cNvSpPr/>
          <p:nvPr/>
        </p:nvSpPr>
        <p:spPr>
          <a:xfrm>
            <a:off x="9079112" y="4146119"/>
            <a:ext cx="2118654" cy="13670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Freeform: Shape 369">
            <a:extLst>
              <a:ext uri="{FF2B5EF4-FFF2-40B4-BE49-F238E27FC236}">
                <a16:creationId xmlns:a16="http://schemas.microsoft.com/office/drawing/2014/main" id="{6D003A37-40A7-D35B-2297-28E7179C2490}"/>
              </a:ext>
            </a:extLst>
          </p:cNvPr>
          <p:cNvSpPr/>
          <p:nvPr/>
        </p:nvSpPr>
        <p:spPr>
          <a:xfrm>
            <a:off x="9086964" y="4248709"/>
            <a:ext cx="2101997" cy="1174305"/>
          </a:xfrm>
          <a:custGeom>
            <a:avLst/>
            <a:gdLst>
              <a:gd name="connsiteX0" fmla="*/ 0 w 2609850"/>
              <a:gd name="connsiteY0" fmla="*/ 251593 h 1174305"/>
              <a:gd name="connsiteX1" fmla="*/ 68580 w 2609850"/>
              <a:gd name="connsiteY1" fmla="*/ 339223 h 1174305"/>
              <a:gd name="connsiteX2" fmla="*/ 205740 w 2609850"/>
              <a:gd name="connsiteY2" fmla="*/ 247783 h 1174305"/>
              <a:gd name="connsiteX3" fmla="*/ 426720 w 2609850"/>
              <a:gd name="connsiteY3" fmla="*/ 720223 h 1174305"/>
              <a:gd name="connsiteX4" fmla="*/ 582930 w 2609850"/>
              <a:gd name="connsiteY4" fmla="*/ 655453 h 1174305"/>
              <a:gd name="connsiteX5" fmla="*/ 788670 w 2609850"/>
              <a:gd name="connsiteY5" fmla="*/ 1066933 h 1174305"/>
              <a:gd name="connsiteX6" fmla="*/ 960120 w 2609850"/>
              <a:gd name="connsiteY6" fmla="*/ 929773 h 1174305"/>
              <a:gd name="connsiteX7" fmla="*/ 1150620 w 2609850"/>
              <a:gd name="connsiteY7" fmla="*/ 1173613 h 1174305"/>
              <a:gd name="connsiteX8" fmla="*/ 1363980 w 2609850"/>
              <a:gd name="connsiteY8" fmla="*/ 838333 h 1174305"/>
              <a:gd name="connsiteX9" fmla="*/ 1512570 w 2609850"/>
              <a:gd name="connsiteY9" fmla="*/ 922153 h 1174305"/>
              <a:gd name="connsiteX10" fmla="*/ 1744980 w 2609850"/>
              <a:gd name="connsiteY10" fmla="*/ 457333 h 1174305"/>
              <a:gd name="connsiteX11" fmla="*/ 1897380 w 2609850"/>
              <a:gd name="connsiteY11" fmla="*/ 514483 h 1174305"/>
              <a:gd name="connsiteX12" fmla="*/ 2106930 w 2609850"/>
              <a:gd name="connsiteY12" fmla="*/ 91573 h 1174305"/>
              <a:gd name="connsiteX13" fmla="*/ 2266950 w 2609850"/>
              <a:gd name="connsiteY13" fmla="*/ 236353 h 1174305"/>
              <a:gd name="connsiteX14" fmla="*/ 2465070 w 2609850"/>
              <a:gd name="connsiteY14" fmla="*/ 133 h 1174305"/>
              <a:gd name="connsiteX15" fmla="*/ 2609850 w 2609850"/>
              <a:gd name="connsiteY15" fmla="*/ 209683 h 1174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09850" h="1174305">
                <a:moveTo>
                  <a:pt x="0" y="251593"/>
                </a:moveTo>
                <a:cubicBezTo>
                  <a:pt x="17145" y="295725"/>
                  <a:pt x="34290" y="339858"/>
                  <a:pt x="68580" y="339223"/>
                </a:cubicBezTo>
                <a:cubicBezTo>
                  <a:pt x="102870" y="338588"/>
                  <a:pt x="146050" y="184283"/>
                  <a:pt x="205740" y="247783"/>
                </a:cubicBezTo>
                <a:cubicBezTo>
                  <a:pt x="265430" y="311283"/>
                  <a:pt x="363855" y="652278"/>
                  <a:pt x="426720" y="720223"/>
                </a:cubicBezTo>
                <a:cubicBezTo>
                  <a:pt x="489585" y="788168"/>
                  <a:pt x="522605" y="597668"/>
                  <a:pt x="582930" y="655453"/>
                </a:cubicBezTo>
                <a:cubicBezTo>
                  <a:pt x="643255" y="713238"/>
                  <a:pt x="725805" y="1021213"/>
                  <a:pt x="788670" y="1066933"/>
                </a:cubicBezTo>
                <a:cubicBezTo>
                  <a:pt x="851535" y="1112653"/>
                  <a:pt x="899795" y="911993"/>
                  <a:pt x="960120" y="929773"/>
                </a:cubicBezTo>
                <a:cubicBezTo>
                  <a:pt x="1020445" y="947553"/>
                  <a:pt x="1083310" y="1188853"/>
                  <a:pt x="1150620" y="1173613"/>
                </a:cubicBezTo>
                <a:cubicBezTo>
                  <a:pt x="1217930" y="1158373"/>
                  <a:pt x="1303655" y="880243"/>
                  <a:pt x="1363980" y="838333"/>
                </a:cubicBezTo>
                <a:cubicBezTo>
                  <a:pt x="1424305" y="796423"/>
                  <a:pt x="1449070" y="985653"/>
                  <a:pt x="1512570" y="922153"/>
                </a:cubicBezTo>
                <a:cubicBezTo>
                  <a:pt x="1576070" y="858653"/>
                  <a:pt x="1680845" y="525278"/>
                  <a:pt x="1744980" y="457333"/>
                </a:cubicBezTo>
                <a:cubicBezTo>
                  <a:pt x="1809115" y="389388"/>
                  <a:pt x="1837055" y="575443"/>
                  <a:pt x="1897380" y="514483"/>
                </a:cubicBezTo>
                <a:cubicBezTo>
                  <a:pt x="1957705" y="453523"/>
                  <a:pt x="2045335" y="137928"/>
                  <a:pt x="2106930" y="91573"/>
                </a:cubicBezTo>
                <a:cubicBezTo>
                  <a:pt x="2168525" y="45218"/>
                  <a:pt x="2207260" y="251593"/>
                  <a:pt x="2266950" y="236353"/>
                </a:cubicBezTo>
                <a:cubicBezTo>
                  <a:pt x="2326640" y="221113"/>
                  <a:pt x="2407920" y="4578"/>
                  <a:pt x="2465070" y="133"/>
                </a:cubicBezTo>
                <a:cubicBezTo>
                  <a:pt x="2522220" y="-4312"/>
                  <a:pt x="2566035" y="102685"/>
                  <a:pt x="2609850" y="209683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Freeform: Shape 370">
            <a:extLst>
              <a:ext uri="{FF2B5EF4-FFF2-40B4-BE49-F238E27FC236}">
                <a16:creationId xmlns:a16="http://schemas.microsoft.com/office/drawing/2014/main" id="{FFDF65DF-7FA2-D377-2456-DF456D33E6CB}"/>
              </a:ext>
            </a:extLst>
          </p:cNvPr>
          <p:cNvSpPr/>
          <p:nvPr/>
        </p:nvSpPr>
        <p:spPr>
          <a:xfrm>
            <a:off x="9074115" y="4246834"/>
            <a:ext cx="2114846" cy="1167398"/>
          </a:xfrm>
          <a:custGeom>
            <a:avLst/>
            <a:gdLst>
              <a:gd name="connsiteX0" fmla="*/ 0 w 2595880"/>
              <a:gd name="connsiteY0" fmla="*/ 455404 h 1167398"/>
              <a:gd name="connsiteX1" fmla="*/ 55880 w 2595880"/>
              <a:gd name="connsiteY1" fmla="*/ 440164 h 1167398"/>
              <a:gd name="connsiteX2" fmla="*/ 152400 w 2595880"/>
              <a:gd name="connsiteY2" fmla="*/ 518904 h 1167398"/>
              <a:gd name="connsiteX3" fmla="*/ 381000 w 2595880"/>
              <a:gd name="connsiteY3" fmla="*/ 92184 h 1167398"/>
              <a:gd name="connsiteX4" fmla="*/ 523240 w 2595880"/>
              <a:gd name="connsiteY4" fmla="*/ 249664 h 1167398"/>
              <a:gd name="connsiteX5" fmla="*/ 718820 w 2595880"/>
              <a:gd name="connsiteY5" fmla="*/ 744 h 1167398"/>
              <a:gd name="connsiteX6" fmla="*/ 937260 w 2595880"/>
              <a:gd name="connsiteY6" fmla="*/ 346184 h 1167398"/>
              <a:gd name="connsiteX7" fmla="*/ 1074420 w 2595880"/>
              <a:gd name="connsiteY7" fmla="*/ 239504 h 1167398"/>
              <a:gd name="connsiteX8" fmla="*/ 1280160 w 2595880"/>
              <a:gd name="connsiteY8" fmla="*/ 666224 h 1167398"/>
              <a:gd name="connsiteX9" fmla="*/ 1455420 w 2595880"/>
              <a:gd name="connsiteY9" fmla="*/ 656064 h 1167398"/>
              <a:gd name="connsiteX10" fmla="*/ 1673860 w 2595880"/>
              <a:gd name="connsiteY10" fmla="*/ 1082784 h 1167398"/>
              <a:gd name="connsiteX11" fmla="*/ 1844040 w 2595880"/>
              <a:gd name="connsiteY11" fmla="*/ 935464 h 1167398"/>
              <a:gd name="connsiteX12" fmla="*/ 2039620 w 2595880"/>
              <a:gd name="connsiteY12" fmla="*/ 1166604 h 1167398"/>
              <a:gd name="connsiteX13" fmla="*/ 2250440 w 2595880"/>
              <a:gd name="connsiteY13" fmla="*/ 838944 h 1167398"/>
              <a:gd name="connsiteX14" fmla="*/ 2400300 w 2595880"/>
              <a:gd name="connsiteY14" fmla="*/ 930384 h 1167398"/>
              <a:gd name="connsiteX15" fmla="*/ 2595880 w 2595880"/>
              <a:gd name="connsiteY15" fmla="*/ 480804 h 116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5880" h="1167398">
                <a:moveTo>
                  <a:pt x="0" y="455404"/>
                </a:moveTo>
                <a:cubicBezTo>
                  <a:pt x="15240" y="442492"/>
                  <a:pt x="30480" y="429581"/>
                  <a:pt x="55880" y="440164"/>
                </a:cubicBezTo>
                <a:cubicBezTo>
                  <a:pt x="81280" y="450747"/>
                  <a:pt x="98213" y="576901"/>
                  <a:pt x="152400" y="518904"/>
                </a:cubicBezTo>
                <a:cubicBezTo>
                  <a:pt x="206587" y="460907"/>
                  <a:pt x="319193" y="137057"/>
                  <a:pt x="381000" y="92184"/>
                </a:cubicBezTo>
                <a:cubicBezTo>
                  <a:pt x="442807" y="47311"/>
                  <a:pt x="466937" y="264904"/>
                  <a:pt x="523240" y="249664"/>
                </a:cubicBezTo>
                <a:cubicBezTo>
                  <a:pt x="579543" y="234424"/>
                  <a:pt x="649817" y="-15343"/>
                  <a:pt x="718820" y="744"/>
                </a:cubicBezTo>
                <a:cubicBezTo>
                  <a:pt x="787823" y="16831"/>
                  <a:pt x="877993" y="306391"/>
                  <a:pt x="937260" y="346184"/>
                </a:cubicBezTo>
                <a:cubicBezTo>
                  <a:pt x="996527" y="385977"/>
                  <a:pt x="1017270" y="186164"/>
                  <a:pt x="1074420" y="239504"/>
                </a:cubicBezTo>
                <a:cubicBezTo>
                  <a:pt x="1131570" y="292844"/>
                  <a:pt x="1216660" y="596797"/>
                  <a:pt x="1280160" y="666224"/>
                </a:cubicBezTo>
                <a:cubicBezTo>
                  <a:pt x="1343660" y="735651"/>
                  <a:pt x="1389803" y="586637"/>
                  <a:pt x="1455420" y="656064"/>
                </a:cubicBezTo>
                <a:cubicBezTo>
                  <a:pt x="1521037" y="725491"/>
                  <a:pt x="1609090" y="1036217"/>
                  <a:pt x="1673860" y="1082784"/>
                </a:cubicBezTo>
                <a:cubicBezTo>
                  <a:pt x="1738630" y="1129351"/>
                  <a:pt x="1783080" y="921494"/>
                  <a:pt x="1844040" y="935464"/>
                </a:cubicBezTo>
                <a:cubicBezTo>
                  <a:pt x="1905000" y="949434"/>
                  <a:pt x="1971887" y="1182691"/>
                  <a:pt x="2039620" y="1166604"/>
                </a:cubicBezTo>
                <a:cubicBezTo>
                  <a:pt x="2107353" y="1150517"/>
                  <a:pt x="2190327" y="878314"/>
                  <a:pt x="2250440" y="838944"/>
                </a:cubicBezTo>
                <a:cubicBezTo>
                  <a:pt x="2310553" y="799574"/>
                  <a:pt x="2342727" y="990074"/>
                  <a:pt x="2400300" y="930384"/>
                </a:cubicBezTo>
                <a:cubicBezTo>
                  <a:pt x="2457873" y="870694"/>
                  <a:pt x="2526876" y="675749"/>
                  <a:pt x="2595880" y="480804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Freeform: Shape 371">
            <a:extLst>
              <a:ext uri="{FF2B5EF4-FFF2-40B4-BE49-F238E27FC236}">
                <a16:creationId xmlns:a16="http://schemas.microsoft.com/office/drawing/2014/main" id="{23DAF873-82CB-2993-6C00-B3B68B1BC319}"/>
              </a:ext>
            </a:extLst>
          </p:cNvPr>
          <p:cNvSpPr/>
          <p:nvPr/>
        </p:nvSpPr>
        <p:spPr>
          <a:xfrm>
            <a:off x="9081210" y="4258546"/>
            <a:ext cx="2112747" cy="1174923"/>
          </a:xfrm>
          <a:custGeom>
            <a:avLst/>
            <a:gdLst>
              <a:gd name="connsiteX0" fmla="*/ 0 w 2585720"/>
              <a:gd name="connsiteY0" fmla="*/ 1036981 h 1174923"/>
              <a:gd name="connsiteX1" fmla="*/ 101600 w 2585720"/>
              <a:gd name="connsiteY1" fmla="*/ 930301 h 1174923"/>
              <a:gd name="connsiteX2" fmla="*/ 279400 w 2585720"/>
              <a:gd name="connsiteY2" fmla="*/ 1174141 h 1174923"/>
              <a:gd name="connsiteX3" fmla="*/ 482600 w 2585720"/>
              <a:gd name="connsiteY3" fmla="*/ 833781 h 1174923"/>
              <a:gd name="connsiteX4" fmla="*/ 645160 w 2585720"/>
              <a:gd name="connsiteY4" fmla="*/ 935381 h 1174923"/>
              <a:gd name="connsiteX5" fmla="*/ 863600 w 2585720"/>
              <a:gd name="connsiteY5" fmla="*/ 457861 h 1174923"/>
              <a:gd name="connsiteX6" fmla="*/ 1005840 w 2585720"/>
              <a:gd name="connsiteY6" fmla="*/ 528981 h 1174923"/>
              <a:gd name="connsiteX7" fmla="*/ 1229360 w 2585720"/>
              <a:gd name="connsiteY7" fmla="*/ 97181 h 1174923"/>
              <a:gd name="connsiteX8" fmla="*/ 1407160 w 2585720"/>
              <a:gd name="connsiteY8" fmla="*/ 254661 h 1174923"/>
              <a:gd name="connsiteX9" fmla="*/ 1590040 w 2585720"/>
              <a:gd name="connsiteY9" fmla="*/ 661 h 1174923"/>
              <a:gd name="connsiteX10" fmla="*/ 1803400 w 2585720"/>
              <a:gd name="connsiteY10" fmla="*/ 346101 h 1174923"/>
              <a:gd name="connsiteX11" fmla="*/ 1945640 w 2585720"/>
              <a:gd name="connsiteY11" fmla="*/ 249581 h 1174923"/>
              <a:gd name="connsiteX12" fmla="*/ 2174240 w 2585720"/>
              <a:gd name="connsiteY12" fmla="*/ 722021 h 1174923"/>
              <a:gd name="connsiteX13" fmla="*/ 2311400 w 2585720"/>
              <a:gd name="connsiteY13" fmla="*/ 655981 h 1174923"/>
              <a:gd name="connsiteX14" fmla="*/ 2504440 w 2585720"/>
              <a:gd name="connsiteY14" fmla="*/ 1052221 h 1174923"/>
              <a:gd name="connsiteX15" fmla="*/ 2585720 w 2585720"/>
              <a:gd name="connsiteY15" fmla="*/ 1067461 h 1174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85720" h="1174923">
                <a:moveTo>
                  <a:pt x="0" y="1036981"/>
                </a:moveTo>
                <a:cubicBezTo>
                  <a:pt x="27516" y="972211"/>
                  <a:pt x="55033" y="907441"/>
                  <a:pt x="101600" y="930301"/>
                </a:cubicBezTo>
                <a:cubicBezTo>
                  <a:pt x="148167" y="953161"/>
                  <a:pt x="215900" y="1190228"/>
                  <a:pt x="279400" y="1174141"/>
                </a:cubicBezTo>
                <a:cubicBezTo>
                  <a:pt x="342900" y="1158054"/>
                  <a:pt x="421640" y="873574"/>
                  <a:pt x="482600" y="833781"/>
                </a:cubicBezTo>
                <a:cubicBezTo>
                  <a:pt x="543560" y="793988"/>
                  <a:pt x="581660" y="998034"/>
                  <a:pt x="645160" y="935381"/>
                </a:cubicBezTo>
                <a:cubicBezTo>
                  <a:pt x="708660" y="872728"/>
                  <a:pt x="803487" y="525594"/>
                  <a:pt x="863600" y="457861"/>
                </a:cubicBezTo>
                <a:cubicBezTo>
                  <a:pt x="923713" y="390128"/>
                  <a:pt x="944880" y="589094"/>
                  <a:pt x="1005840" y="528981"/>
                </a:cubicBezTo>
                <a:cubicBezTo>
                  <a:pt x="1066800" y="468868"/>
                  <a:pt x="1162473" y="142901"/>
                  <a:pt x="1229360" y="97181"/>
                </a:cubicBezTo>
                <a:cubicBezTo>
                  <a:pt x="1296247" y="51461"/>
                  <a:pt x="1347047" y="270748"/>
                  <a:pt x="1407160" y="254661"/>
                </a:cubicBezTo>
                <a:cubicBezTo>
                  <a:pt x="1467273" y="238574"/>
                  <a:pt x="1524000" y="-14579"/>
                  <a:pt x="1590040" y="661"/>
                </a:cubicBezTo>
                <a:cubicBezTo>
                  <a:pt x="1656080" y="15901"/>
                  <a:pt x="1744133" y="304614"/>
                  <a:pt x="1803400" y="346101"/>
                </a:cubicBezTo>
                <a:cubicBezTo>
                  <a:pt x="1862667" y="387588"/>
                  <a:pt x="1883833" y="186928"/>
                  <a:pt x="1945640" y="249581"/>
                </a:cubicBezTo>
                <a:cubicBezTo>
                  <a:pt x="2007447" y="312234"/>
                  <a:pt x="2113280" y="654288"/>
                  <a:pt x="2174240" y="722021"/>
                </a:cubicBezTo>
                <a:cubicBezTo>
                  <a:pt x="2235200" y="789754"/>
                  <a:pt x="2256367" y="600948"/>
                  <a:pt x="2311400" y="655981"/>
                </a:cubicBezTo>
                <a:cubicBezTo>
                  <a:pt x="2366433" y="711014"/>
                  <a:pt x="2458720" y="983641"/>
                  <a:pt x="2504440" y="1052221"/>
                </a:cubicBezTo>
                <a:cubicBezTo>
                  <a:pt x="2550160" y="1120801"/>
                  <a:pt x="2567940" y="1094131"/>
                  <a:pt x="2585720" y="1067461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18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lowchart: Data 95">
            <a:extLst>
              <a:ext uri="{FF2B5EF4-FFF2-40B4-BE49-F238E27FC236}">
                <a16:creationId xmlns:a16="http://schemas.microsoft.com/office/drawing/2014/main" id="{195A97A4-F5D0-4093-8BCD-685F338F0CA8}"/>
              </a:ext>
            </a:extLst>
          </p:cNvPr>
          <p:cNvSpPr/>
          <p:nvPr/>
        </p:nvSpPr>
        <p:spPr>
          <a:xfrm>
            <a:off x="294077" y="3593724"/>
            <a:ext cx="8790940" cy="3007139"/>
          </a:xfrm>
          <a:prstGeom prst="flowChartInputOutput">
            <a:avLst/>
          </a:prstGeom>
          <a:solidFill>
            <a:srgbClr val="009EC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696E758-751B-42D8-AB0E-C128CCC0342D}"/>
              </a:ext>
            </a:extLst>
          </p:cNvPr>
          <p:cNvGrpSpPr/>
          <p:nvPr/>
        </p:nvGrpSpPr>
        <p:grpSpPr>
          <a:xfrm>
            <a:off x="1194609" y="5485253"/>
            <a:ext cx="1260277" cy="1010392"/>
            <a:chOff x="1194609" y="5485253"/>
            <a:chExt cx="1260277" cy="10103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2CDBFD7-921B-4EC5-AAAC-9F68AFBA0185}"/>
                </a:ext>
              </a:extLst>
            </p:cNvPr>
            <p:cNvGrpSpPr/>
            <p:nvPr/>
          </p:nvGrpSpPr>
          <p:grpSpPr>
            <a:xfrm>
              <a:off x="1252680" y="5485253"/>
              <a:ext cx="1144135" cy="310813"/>
              <a:chOff x="1801039" y="2626926"/>
              <a:chExt cx="880274" cy="310813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C27BFF4-5E52-4A80-AC6B-C2026C4B3A73}"/>
                  </a:ext>
                </a:extLst>
              </p:cNvPr>
              <p:cNvSpPr/>
              <p:nvPr/>
            </p:nvSpPr>
            <p:spPr>
              <a:xfrm>
                <a:off x="1811678" y="2674052"/>
                <a:ext cx="860165" cy="216365"/>
              </a:xfrm>
              <a:custGeom>
                <a:avLst/>
                <a:gdLst>
                  <a:gd name="connsiteX0" fmla="*/ 0 w 804285"/>
                  <a:gd name="connsiteY0" fmla="*/ 0 h 152865"/>
                  <a:gd name="connsiteX1" fmla="*/ 804285 w 804285"/>
                  <a:gd name="connsiteY1" fmla="*/ 0 h 152865"/>
                  <a:gd name="connsiteX2" fmla="*/ 804285 w 804285"/>
                  <a:gd name="connsiteY2" fmla="*/ 152865 h 152865"/>
                  <a:gd name="connsiteX3" fmla="*/ 0 w 804285"/>
                  <a:gd name="connsiteY3" fmla="*/ 152865 h 152865"/>
                  <a:gd name="connsiteX4" fmla="*/ 0 w 804285"/>
                  <a:gd name="connsiteY4" fmla="*/ 0 h 152865"/>
                  <a:gd name="connsiteX0" fmla="*/ 55880 w 860165"/>
                  <a:gd name="connsiteY0" fmla="*/ 0 h 858985"/>
                  <a:gd name="connsiteX1" fmla="*/ 860165 w 860165"/>
                  <a:gd name="connsiteY1" fmla="*/ 0 h 858985"/>
                  <a:gd name="connsiteX2" fmla="*/ 860165 w 860165"/>
                  <a:gd name="connsiteY2" fmla="*/ 152865 h 858985"/>
                  <a:gd name="connsiteX3" fmla="*/ 0 w 860165"/>
                  <a:gd name="connsiteY3" fmla="*/ 858985 h 858985"/>
                  <a:gd name="connsiteX4" fmla="*/ 55880 w 860165"/>
                  <a:gd name="connsiteY4" fmla="*/ 0 h 858985"/>
                  <a:gd name="connsiteX0" fmla="*/ 55880 w 860165"/>
                  <a:gd name="connsiteY0" fmla="*/ 0 h 884385"/>
                  <a:gd name="connsiteX1" fmla="*/ 860165 w 860165"/>
                  <a:gd name="connsiteY1" fmla="*/ 0 h 884385"/>
                  <a:gd name="connsiteX2" fmla="*/ 844925 w 860165"/>
                  <a:gd name="connsiteY2" fmla="*/ 884385 h 884385"/>
                  <a:gd name="connsiteX3" fmla="*/ 0 w 860165"/>
                  <a:gd name="connsiteY3" fmla="*/ 858985 h 884385"/>
                  <a:gd name="connsiteX4" fmla="*/ 55880 w 860165"/>
                  <a:gd name="connsiteY4" fmla="*/ 0 h 884385"/>
                  <a:gd name="connsiteX0" fmla="*/ 63500 w 867785"/>
                  <a:gd name="connsiteY0" fmla="*/ 0 h 884385"/>
                  <a:gd name="connsiteX1" fmla="*/ 867785 w 867785"/>
                  <a:gd name="connsiteY1" fmla="*/ 0 h 884385"/>
                  <a:gd name="connsiteX2" fmla="*/ 852545 w 867785"/>
                  <a:gd name="connsiteY2" fmla="*/ 884385 h 884385"/>
                  <a:gd name="connsiteX3" fmla="*/ 0 w 867785"/>
                  <a:gd name="connsiteY3" fmla="*/ 874225 h 884385"/>
                  <a:gd name="connsiteX4" fmla="*/ 63500 w 867785"/>
                  <a:gd name="connsiteY4" fmla="*/ 0 h 884385"/>
                  <a:gd name="connsiteX0" fmla="*/ 63500 w 867785"/>
                  <a:gd name="connsiteY0" fmla="*/ 0 h 879305"/>
                  <a:gd name="connsiteX1" fmla="*/ 867785 w 867785"/>
                  <a:gd name="connsiteY1" fmla="*/ 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74745 w 867785"/>
                  <a:gd name="connsiteY1" fmla="*/ 469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545205 w 867785"/>
                  <a:gd name="connsiteY1" fmla="*/ 596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46805 w 867785"/>
                  <a:gd name="connsiteY1" fmla="*/ 65786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233680 w 867785"/>
                  <a:gd name="connsiteY0" fmla="*/ 0 h 226525"/>
                  <a:gd name="connsiteX1" fmla="*/ 646805 w 867785"/>
                  <a:gd name="connsiteY1" fmla="*/ 5080 h 226525"/>
                  <a:gd name="connsiteX2" fmla="*/ 867785 w 867785"/>
                  <a:gd name="connsiteY2" fmla="*/ 226525 h 226525"/>
                  <a:gd name="connsiteX3" fmla="*/ 0 w 867785"/>
                  <a:gd name="connsiteY3" fmla="*/ 221445 h 226525"/>
                  <a:gd name="connsiteX4" fmla="*/ 233680 w 867785"/>
                  <a:gd name="connsiteY4" fmla="*/ 0 h 226525"/>
                  <a:gd name="connsiteX0" fmla="*/ 226060 w 867785"/>
                  <a:gd name="connsiteY0" fmla="*/ 3302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26060 w 867785"/>
                  <a:gd name="connsiteY4" fmla="*/ 33020 h 221445"/>
                  <a:gd name="connsiteX0" fmla="*/ 215900 w 867785"/>
                  <a:gd name="connsiteY0" fmla="*/ 254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15900 w 867785"/>
                  <a:gd name="connsiteY4" fmla="*/ 2540 h 221445"/>
                  <a:gd name="connsiteX0" fmla="*/ 215900 w 860165"/>
                  <a:gd name="connsiteY0" fmla="*/ 2540 h 216365"/>
                  <a:gd name="connsiteX1" fmla="*/ 646805 w 860165"/>
                  <a:gd name="connsiteY1" fmla="*/ 0 h 216365"/>
                  <a:gd name="connsiteX2" fmla="*/ 860165 w 860165"/>
                  <a:gd name="connsiteY2" fmla="*/ 216365 h 216365"/>
                  <a:gd name="connsiteX3" fmla="*/ 0 w 860165"/>
                  <a:gd name="connsiteY3" fmla="*/ 216365 h 216365"/>
                  <a:gd name="connsiteX4" fmla="*/ 215900 w 860165"/>
                  <a:gd name="connsiteY4" fmla="*/ 2540 h 21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65" h="216365">
                    <a:moveTo>
                      <a:pt x="215900" y="2540"/>
                    </a:moveTo>
                    <a:lnTo>
                      <a:pt x="646805" y="0"/>
                    </a:lnTo>
                    <a:lnTo>
                      <a:pt x="860165" y="216365"/>
                    </a:lnTo>
                    <a:lnTo>
                      <a:pt x="0" y="216365"/>
                    </a:lnTo>
                    <a:lnTo>
                      <a:pt x="215900" y="25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4DB59484-D80F-44D1-AA77-8C185AE3EF85}"/>
                  </a:ext>
                </a:extLst>
              </p:cNvPr>
              <p:cNvGrpSpPr/>
              <p:nvPr/>
            </p:nvGrpSpPr>
            <p:grpSpPr>
              <a:xfrm>
                <a:off x="1801039" y="2626926"/>
                <a:ext cx="880274" cy="310813"/>
                <a:chOff x="1484487" y="2160412"/>
                <a:chExt cx="1954171" cy="689991"/>
              </a:xfrm>
            </p:grpSpPr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80E631EC-17E5-48BC-9118-F2CCE7149640}"/>
                    </a:ext>
                  </a:extLst>
                </p:cNvPr>
                <p:cNvGrpSpPr/>
                <p:nvPr/>
              </p:nvGrpSpPr>
              <p:grpSpPr>
                <a:xfrm>
                  <a:off x="1489663" y="2752601"/>
                  <a:ext cx="1944888" cy="97802"/>
                  <a:chOff x="1489663" y="2752601"/>
                  <a:chExt cx="1944888" cy="97802"/>
                </a:xfrm>
              </p:grpSpPr>
              <p:sp>
                <p:nvSpPr>
                  <p:cNvPr id="272" name="Rectangle 271">
                    <a:extLst>
                      <a:ext uri="{FF2B5EF4-FFF2-40B4-BE49-F238E27FC236}">
                        <a16:creationId xmlns:a16="http://schemas.microsoft.com/office/drawing/2014/main" id="{D5537E3F-04B4-4B55-84A5-A4D9215C2847}"/>
                      </a:ext>
                    </a:extLst>
                  </p:cNvPr>
                  <p:cNvSpPr/>
                  <p:nvPr/>
                </p:nvSpPr>
                <p:spPr>
                  <a:xfrm>
                    <a:off x="148966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46CFA523-08F4-4597-A35F-8EACBD935A31}"/>
                      </a:ext>
                    </a:extLst>
                  </p:cNvPr>
                  <p:cNvSpPr/>
                  <p:nvPr/>
                </p:nvSpPr>
                <p:spPr>
                  <a:xfrm>
                    <a:off x="1814877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BCA60808-10EB-4327-BB2C-AA0B360B0F31}"/>
                      </a:ext>
                    </a:extLst>
                  </p:cNvPr>
                  <p:cNvSpPr/>
                  <p:nvPr/>
                </p:nvSpPr>
                <p:spPr>
                  <a:xfrm>
                    <a:off x="2140091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67B893FE-E75B-4793-9332-79510ADC32B1}"/>
                      </a:ext>
                    </a:extLst>
                  </p:cNvPr>
                  <p:cNvSpPr/>
                  <p:nvPr/>
                </p:nvSpPr>
                <p:spPr>
                  <a:xfrm>
                    <a:off x="2465305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A9465BC9-6DEA-47A3-92C4-C57043E7CBF6}"/>
                      </a:ext>
                    </a:extLst>
                  </p:cNvPr>
                  <p:cNvSpPr/>
                  <p:nvPr/>
                </p:nvSpPr>
                <p:spPr>
                  <a:xfrm>
                    <a:off x="2790519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2AFC3999-8638-4A50-ADC5-5F06D5898F88}"/>
                      </a:ext>
                    </a:extLst>
                  </p:cNvPr>
                  <p:cNvSpPr/>
                  <p:nvPr/>
                </p:nvSpPr>
                <p:spPr>
                  <a:xfrm>
                    <a:off x="311573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621C8736-A8C6-4E0B-A4BD-2A494D244878}"/>
                    </a:ext>
                  </a:extLst>
                </p:cNvPr>
                <p:cNvSpPr/>
                <p:nvPr/>
              </p:nvSpPr>
              <p:spPr>
                <a:xfrm>
                  <a:off x="1982993" y="2160412"/>
                  <a:ext cx="958229" cy="9780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461A5905-75B9-4477-ACA2-F53990098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4487" y="2258216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5E6FAC4F-EDF0-40A5-996E-FD84C489D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4097" y="2253912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C178B7B8-45F2-4A47-93FE-9C7C61D731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62461" y="2256062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7C839B02-DA32-4F8F-9360-3EA1E3BB1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8832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245633AD-6EEC-4E85-9CE6-1807E774DC26}"/>
                    </a:ext>
                  </a:extLst>
                </p:cNvPr>
                <p:cNvCxnSpPr>
                  <a:cxnSpLocks/>
                  <a:stCxn id="278" idx="2"/>
                  <a:endCxn id="275" idx="1"/>
                </p:cNvCxnSpPr>
                <p:nvPr/>
              </p:nvCxnSpPr>
              <p:spPr>
                <a:xfrm>
                  <a:off x="2462108" y="2258214"/>
                  <a:ext cx="3197" cy="5432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9AA5E3FF-F8E4-4820-88A2-C583FD643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13657" y="2256061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5DD54635-AD37-42D6-AE5C-38AA6645A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290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15A3500-C272-48FC-B1CC-DF46300F3606}"/>
                </a:ext>
              </a:extLst>
            </p:cNvPr>
            <p:cNvSpPr/>
            <p:nvPr/>
          </p:nvSpPr>
          <p:spPr>
            <a:xfrm>
              <a:off x="1297092" y="5801146"/>
              <a:ext cx="1055310" cy="645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FFCE538C-D5B4-43AF-AD60-71C5D0D394F8}"/>
                </a:ext>
              </a:extLst>
            </p:cNvPr>
            <p:cNvSpPr/>
            <p:nvPr/>
          </p:nvSpPr>
          <p:spPr>
            <a:xfrm>
              <a:off x="1194609" y="6446509"/>
              <a:ext cx="1260277" cy="4913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8" name="Freeform: Shape 387">
            <a:extLst>
              <a:ext uri="{FF2B5EF4-FFF2-40B4-BE49-F238E27FC236}">
                <a16:creationId xmlns:a16="http://schemas.microsoft.com/office/drawing/2014/main" id="{3FC20F76-649A-441B-BC6A-1C1A104CBDF9}"/>
              </a:ext>
            </a:extLst>
          </p:cNvPr>
          <p:cNvSpPr/>
          <p:nvPr/>
        </p:nvSpPr>
        <p:spPr>
          <a:xfrm>
            <a:off x="1306247" y="5806855"/>
            <a:ext cx="584763" cy="634574"/>
          </a:xfrm>
          <a:custGeom>
            <a:avLst/>
            <a:gdLst>
              <a:gd name="connsiteX0" fmla="*/ 0 w 700769"/>
              <a:gd name="connsiteY0" fmla="*/ 0 h 720089"/>
              <a:gd name="connsiteX1" fmla="*/ 617148 w 700769"/>
              <a:gd name="connsiteY1" fmla="*/ 0 h 720089"/>
              <a:gd name="connsiteX2" fmla="*/ 617148 w 700769"/>
              <a:gd name="connsiteY2" fmla="*/ 45719 h 720089"/>
              <a:gd name="connsiteX3" fmla="*/ 609002 w 700769"/>
              <a:gd name="connsiteY3" fmla="*/ 45719 h 720089"/>
              <a:gd name="connsiteX4" fmla="*/ 527800 w 700769"/>
              <a:gd name="connsiteY4" fmla="*/ 139182 h 720089"/>
              <a:gd name="connsiteX5" fmla="*/ 641882 w 700769"/>
              <a:gd name="connsiteY5" fmla="*/ 233829 h 720089"/>
              <a:gd name="connsiteX6" fmla="*/ 531950 w 700769"/>
              <a:gd name="connsiteY6" fmla="*/ 284907 h 720089"/>
              <a:gd name="connsiteX7" fmla="*/ 639480 w 700769"/>
              <a:gd name="connsiteY7" fmla="*/ 331842 h 720089"/>
              <a:gd name="connsiteX8" fmla="*/ 574676 w 700769"/>
              <a:gd name="connsiteY8" fmla="*/ 412940 h 720089"/>
              <a:gd name="connsiteX9" fmla="*/ 634028 w 700769"/>
              <a:gd name="connsiteY9" fmla="*/ 438846 h 720089"/>
              <a:gd name="connsiteX10" fmla="*/ 560727 w 700769"/>
              <a:gd name="connsiteY10" fmla="*/ 471268 h 720089"/>
              <a:gd name="connsiteX11" fmla="*/ 653079 w 700769"/>
              <a:gd name="connsiteY11" fmla="*/ 542822 h 720089"/>
              <a:gd name="connsiteX12" fmla="*/ 586812 w 700769"/>
              <a:gd name="connsiteY12" fmla="*/ 585245 h 720089"/>
              <a:gd name="connsiteX13" fmla="*/ 700769 w 700769"/>
              <a:gd name="connsiteY13" fmla="*/ 633471 h 720089"/>
              <a:gd name="connsiteX14" fmla="*/ 592508 w 700769"/>
              <a:gd name="connsiteY14" fmla="*/ 699919 h 720089"/>
              <a:gd name="connsiteX15" fmla="*/ 592508 w 700769"/>
              <a:gd name="connsiteY15" fmla="*/ 720089 h 720089"/>
              <a:gd name="connsiteX16" fmla="*/ 1 w 700769"/>
              <a:gd name="connsiteY16" fmla="*/ 720089 h 720089"/>
              <a:gd name="connsiteX17" fmla="*/ 1 w 700769"/>
              <a:gd name="connsiteY17" fmla="*/ 702439 h 720089"/>
              <a:gd name="connsiteX18" fmla="*/ 1 w 700769"/>
              <a:gd name="connsiteY18" fmla="*/ 608964 h 720089"/>
              <a:gd name="connsiteX19" fmla="*/ 1 w 700769"/>
              <a:gd name="connsiteY19" fmla="*/ 45719 h 720089"/>
              <a:gd name="connsiteX20" fmla="*/ 0 w 700769"/>
              <a:gd name="connsiteY20" fmla="*/ 45719 h 72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00769" h="720089">
                <a:moveTo>
                  <a:pt x="0" y="0"/>
                </a:moveTo>
                <a:lnTo>
                  <a:pt x="617148" y="0"/>
                </a:lnTo>
                <a:lnTo>
                  <a:pt x="617148" y="45719"/>
                </a:lnTo>
                <a:lnTo>
                  <a:pt x="609002" y="45719"/>
                </a:lnTo>
                <a:lnTo>
                  <a:pt x="527800" y="139182"/>
                </a:lnTo>
                <a:lnTo>
                  <a:pt x="641882" y="233829"/>
                </a:lnTo>
                <a:lnTo>
                  <a:pt x="531950" y="284907"/>
                </a:lnTo>
                <a:lnTo>
                  <a:pt x="639480" y="331842"/>
                </a:lnTo>
                <a:lnTo>
                  <a:pt x="574676" y="412940"/>
                </a:lnTo>
                <a:lnTo>
                  <a:pt x="634028" y="438846"/>
                </a:lnTo>
                <a:lnTo>
                  <a:pt x="560727" y="471268"/>
                </a:lnTo>
                <a:lnTo>
                  <a:pt x="653079" y="542822"/>
                </a:lnTo>
                <a:lnTo>
                  <a:pt x="586812" y="585245"/>
                </a:lnTo>
                <a:lnTo>
                  <a:pt x="700769" y="633471"/>
                </a:lnTo>
                <a:lnTo>
                  <a:pt x="592508" y="699919"/>
                </a:lnTo>
                <a:lnTo>
                  <a:pt x="592508" y="720089"/>
                </a:lnTo>
                <a:lnTo>
                  <a:pt x="1" y="720089"/>
                </a:lnTo>
                <a:lnTo>
                  <a:pt x="1" y="702439"/>
                </a:lnTo>
                <a:lnTo>
                  <a:pt x="1" y="608964"/>
                </a:lnTo>
                <a:lnTo>
                  <a:pt x="1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2D50AA9A-2650-4A67-8951-ED2822AC355E}"/>
              </a:ext>
            </a:extLst>
          </p:cNvPr>
          <p:cNvSpPr/>
          <p:nvPr/>
        </p:nvSpPr>
        <p:spPr>
          <a:xfrm>
            <a:off x="3878087" y="5335136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623B2873-F9D3-4A24-92C4-F4098E2E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57336" y="4402298"/>
            <a:ext cx="831023" cy="434811"/>
          </a:xfrm>
          <a:prstGeom prst="rect">
            <a:avLst/>
          </a:prstGeom>
        </p:spPr>
      </p:pic>
      <p:sp>
        <p:nvSpPr>
          <p:cNvPr id="85" name="Flowchart: Data 84">
            <a:extLst>
              <a:ext uri="{FF2B5EF4-FFF2-40B4-BE49-F238E27FC236}">
                <a16:creationId xmlns:a16="http://schemas.microsoft.com/office/drawing/2014/main" id="{C09546A0-A9B5-4151-8134-2CA81A65B05A}"/>
              </a:ext>
            </a:extLst>
          </p:cNvPr>
          <p:cNvSpPr/>
          <p:nvPr/>
        </p:nvSpPr>
        <p:spPr>
          <a:xfrm>
            <a:off x="6556376" y="2424806"/>
            <a:ext cx="3226676" cy="1025866"/>
          </a:xfrm>
          <a:prstGeom prst="flowChartInputOutpu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lowchart: Data 83">
            <a:extLst>
              <a:ext uri="{FF2B5EF4-FFF2-40B4-BE49-F238E27FC236}">
                <a16:creationId xmlns:a16="http://schemas.microsoft.com/office/drawing/2014/main" id="{A55C9B1D-1CAE-4C1E-9B47-62A8E3BEBC09}"/>
              </a:ext>
            </a:extLst>
          </p:cNvPr>
          <p:cNvSpPr/>
          <p:nvPr/>
        </p:nvSpPr>
        <p:spPr>
          <a:xfrm>
            <a:off x="7266881" y="1202473"/>
            <a:ext cx="3226676" cy="1006840"/>
          </a:xfrm>
          <a:prstGeom prst="flowChartInputOutpu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EAC6D-47A7-42A0-B7F5-DBBD0B0A4107}"/>
              </a:ext>
            </a:extLst>
          </p:cNvPr>
          <p:cNvSpPr txBox="1"/>
          <p:nvPr/>
        </p:nvSpPr>
        <p:spPr>
          <a:xfrm>
            <a:off x="310718" y="292963"/>
            <a:ext cx="5273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Power Quality of EV Fast Charging Station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sp>
        <p:nvSpPr>
          <p:cNvPr id="25" name="文本框 53">
            <a:extLst>
              <a:ext uri="{FF2B5EF4-FFF2-40B4-BE49-F238E27FC236}">
                <a16:creationId xmlns:a16="http://schemas.microsoft.com/office/drawing/2014/main" id="{EC91A1EC-A2E9-4F20-AD1E-9F4652C328AE}"/>
              </a:ext>
            </a:extLst>
          </p:cNvPr>
          <p:cNvSpPr txBox="1"/>
          <p:nvPr/>
        </p:nvSpPr>
        <p:spPr>
          <a:xfrm>
            <a:off x="7266881" y="1300332"/>
            <a:ext cx="1290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MV Substation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78363DA-3B2A-45C6-9FF4-F5391EF9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3952" y="1334145"/>
            <a:ext cx="852671" cy="25866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D1AF51A-8D3F-4357-AB35-0C040757A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2165" y="1469788"/>
            <a:ext cx="854483" cy="259213"/>
          </a:xfrm>
          <a:prstGeom prst="rect">
            <a:avLst/>
          </a:prstGeom>
        </p:spPr>
      </p:pic>
      <p:sp>
        <p:nvSpPr>
          <p:cNvPr id="28" name="文本框 53">
            <a:extLst>
              <a:ext uri="{FF2B5EF4-FFF2-40B4-BE49-F238E27FC236}">
                <a16:creationId xmlns:a16="http://schemas.microsoft.com/office/drawing/2014/main" id="{334A98CF-FF6D-4F9D-9E8E-F691FE7B7FF2}"/>
              </a:ext>
            </a:extLst>
          </p:cNvPr>
          <p:cNvSpPr txBox="1"/>
          <p:nvPr/>
        </p:nvSpPr>
        <p:spPr>
          <a:xfrm>
            <a:off x="8171621" y="1923534"/>
            <a:ext cx="1774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Transmission Grid</a:t>
            </a:r>
            <a:endParaRPr lang="zh-CN" altLang="en-US" sz="1400" dirty="0">
              <a:latin typeface="Futura" pitchFamily="50" charset="0"/>
            </a:endParaRPr>
          </a:p>
        </p:txBody>
      </p:sp>
      <p:sp>
        <p:nvSpPr>
          <p:cNvPr id="29" name="文本框 53">
            <a:extLst>
              <a:ext uri="{FF2B5EF4-FFF2-40B4-BE49-F238E27FC236}">
                <a16:creationId xmlns:a16="http://schemas.microsoft.com/office/drawing/2014/main" id="{196AA526-C417-4BAB-ABBF-5E35D26B0443}"/>
              </a:ext>
            </a:extLst>
          </p:cNvPr>
          <p:cNvSpPr txBox="1"/>
          <p:nvPr/>
        </p:nvSpPr>
        <p:spPr>
          <a:xfrm>
            <a:off x="7659965" y="2411337"/>
            <a:ext cx="223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MV Distribution Grid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154211A-FA0B-4BE0-BD0D-ED4E2EC4A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356327" y="2827296"/>
            <a:ext cx="1219256" cy="157500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7990DC5-7399-4044-BA2E-89CF4FF889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5900" y="2729493"/>
            <a:ext cx="226339" cy="66015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840B677-5F33-4389-84AD-CA5BBF552E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5821" y="2444849"/>
            <a:ext cx="1372956" cy="42119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2D36251-1854-4919-8118-B169E55965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202633" y="1728416"/>
            <a:ext cx="358791" cy="748572"/>
          </a:xfrm>
          <a:prstGeom prst="rect">
            <a:avLst/>
          </a:prstGeom>
        </p:spPr>
      </p:pic>
      <p:sp>
        <p:nvSpPr>
          <p:cNvPr id="39" name="文本框 53">
            <a:extLst>
              <a:ext uri="{FF2B5EF4-FFF2-40B4-BE49-F238E27FC236}">
                <a16:creationId xmlns:a16="http://schemas.microsoft.com/office/drawing/2014/main" id="{6567949A-7AEC-4DA7-905A-9A8310C1C072}"/>
              </a:ext>
            </a:extLst>
          </p:cNvPr>
          <p:cNvSpPr txBox="1"/>
          <p:nvPr/>
        </p:nvSpPr>
        <p:spPr>
          <a:xfrm>
            <a:off x="6007675" y="5660797"/>
            <a:ext cx="96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LV AC bus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A5812D-1FFC-4D03-8289-CA74FB094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875969" flipH="1">
            <a:off x="8696606" y="1147591"/>
            <a:ext cx="496128" cy="15050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55F0D45-4199-491A-9775-FD0BB021F9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57796" flipH="1">
            <a:off x="8697509" y="1274140"/>
            <a:ext cx="496128" cy="15050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6666DED-1C3C-4B04-8D4D-DB42BE2C9C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83764" y="1096681"/>
            <a:ext cx="300521" cy="88486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D0F1E8A-CF01-4B63-AFCD-BA9A1457F6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7513149" y="1553009"/>
            <a:ext cx="670427" cy="52860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FDADF0F-2DF6-465E-BB2A-AE8EC568813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16018" y="4268772"/>
            <a:ext cx="642972" cy="40575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CC59920-7942-4A0F-8CF4-53AAA1B597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7494" y="2330992"/>
            <a:ext cx="226339" cy="660156"/>
          </a:xfrm>
          <a:prstGeom prst="rect">
            <a:avLst/>
          </a:prstGeom>
        </p:spPr>
      </p:pic>
      <p:sp>
        <p:nvSpPr>
          <p:cNvPr id="87" name="文本框 53">
            <a:extLst>
              <a:ext uri="{FF2B5EF4-FFF2-40B4-BE49-F238E27FC236}">
                <a16:creationId xmlns:a16="http://schemas.microsoft.com/office/drawing/2014/main" id="{99DC6067-B120-486A-A66C-C91EA35178B7}"/>
              </a:ext>
            </a:extLst>
          </p:cNvPr>
          <p:cNvSpPr txBox="1"/>
          <p:nvPr/>
        </p:nvSpPr>
        <p:spPr>
          <a:xfrm>
            <a:off x="6418585" y="3927980"/>
            <a:ext cx="1568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FCS Transformer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111" name="文本框 53">
            <a:extLst>
              <a:ext uri="{FF2B5EF4-FFF2-40B4-BE49-F238E27FC236}">
                <a16:creationId xmlns:a16="http://schemas.microsoft.com/office/drawing/2014/main" id="{BE13090D-4C48-40B1-AA22-7CF899F3BB13}"/>
              </a:ext>
            </a:extLst>
          </p:cNvPr>
          <p:cNvSpPr txBox="1"/>
          <p:nvPr/>
        </p:nvSpPr>
        <p:spPr>
          <a:xfrm>
            <a:off x="1974286" y="3614797"/>
            <a:ext cx="2447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5F63A5E6-EB6E-401B-8D89-599B13473B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05475" y="4263403"/>
            <a:ext cx="875099" cy="341502"/>
          </a:xfrm>
          <a:prstGeom prst="rect">
            <a:avLst/>
          </a:prstGeom>
          <a:effectLst/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5384C37-0967-4E8F-B979-6EC0DE2BDA77}"/>
              </a:ext>
            </a:extLst>
          </p:cNvPr>
          <p:cNvCxnSpPr>
            <a:cxnSpLocks/>
          </p:cNvCxnSpPr>
          <p:nvPr/>
        </p:nvCxnSpPr>
        <p:spPr>
          <a:xfrm>
            <a:off x="4805326" y="4263403"/>
            <a:ext cx="741796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6410BC6-28F2-421B-9DA8-610BAF4B96F4}"/>
              </a:ext>
            </a:extLst>
          </p:cNvPr>
          <p:cNvCxnSpPr>
            <a:cxnSpLocks/>
          </p:cNvCxnSpPr>
          <p:nvPr/>
        </p:nvCxnSpPr>
        <p:spPr>
          <a:xfrm>
            <a:off x="4651978" y="4880612"/>
            <a:ext cx="1463779" cy="1720"/>
          </a:xfrm>
          <a:prstGeom prst="line">
            <a:avLst/>
          </a:prstGeom>
          <a:ln w="25400" cap="rnd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AE535354-F2C9-469A-868A-A9C0F7F71595}"/>
              </a:ext>
            </a:extLst>
          </p:cNvPr>
          <p:cNvSpPr/>
          <p:nvPr/>
        </p:nvSpPr>
        <p:spPr>
          <a:xfrm>
            <a:off x="4225618" y="4152919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91A7BCC-846D-4249-B522-E0E9DCD2A825}"/>
              </a:ext>
            </a:extLst>
          </p:cNvPr>
          <p:cNvSpPr/>
          <p:nvPr/>
        </p:nvSpPr>
        <p:spPr>
          <a:xfrm>
            <a:off x="4494390" y="4052654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189FFF3-7C36-456A-ABBF-EC1EA4C75A25}"/>
              </a:ext>
            </a:extLst>
          </p:cNvPr>
          <p:cNvSpPr/>
          <p:nvPr/>
        </p:nvSpPr>
        <p:spPr>
          <a:xfrm>
            <a:off x="4458830" y="4466196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75BB937-6AA0-4986-AEB1-2B05D231E0CB}"/>
              </a:ext>
            </a:extLst>
          </p:cNvPr>
          <p:cNvGrpSpPr/>
          <p:nvPr/>
        </p:nvGrpSpPr>
        <p:grpSpPr>
          <a:xfrm>
            <a:off x="4615073" y="4266878"/>
            <a:ext cx="83752" cy="135420"/>
            <a:chOff x="5379719" y="2305749"/>
            <a:chExt cx="204336" cy="37042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9771E3C-C004-4C57-9F6F-CACD33DC0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68B8E9-C6CC-42A2-B71E-79114B17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4804D2-7D08-420F-8A7A-5F177FD3B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31AE932-578A-4EBF-A2A8-6AE61130299D}"/>
              </a:ext>
            </a:extLst>
          </p:cNvPr>
          <p:cNvSpPr/>
          <p:nvPr/>
        </p:nvSpPr>
        <p:spPr>
          <a:xfrm>
            <a:off x="4539622" y="4081885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8" name="Afbeelding 8" descr="TUDelft_LogoZWART.eps">
            <a:extLst>
              <a:ext uri="{FF2B5EF4-FFF2-40B4-BE49-F238E27FC236}">
                <a16:creationId xmlns:a16="http://schemas.microsoft.com/office/drawing/2014/main" id="{2B8669DE-94E3-4051-8958-8CF26D913A0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3557" y="6146923"/>
            <a:ext cx="1408419" cy="549284"/>
          </a:xfrm>
          <a:prstGeom prst="rect">
            <a:avLst/>
          </a:prstGeom>
        </p:spPr>
      </p:pic>
      <p:pic>
        <p:nvPicPr>
          <p:cNvPr id="139" name="Picture 4" descr="http://www.ewi.tudelft.nl/uploads/RTEmagicC_a26c6a4667.png.png">
            <a:extLst>
              <a:ext uri="{FF2B5EF4-FFF2-40B4-BE49-F238E27FC236}">
                <a16:creationId xmlns:a16="http://schemas.microsoft.com/office/drawing/2014/main" id="{A3C0C412-63FE-4BD9-BBB0-29048BD9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735" y="6205188"/>
            <a:ext cx="1072372" cy="59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4F18ACF3-DA86-4E99-B242-7DA2F3893FF4}"/>
              </a:ext>
            </a:extLst>
          </p:cNvPr>
          <p:cNvSpPr/>
          <p:nvPr/>
        </p:nvSpPr>
        <p:spPr>
          <a:xfrm>
            <a:off x="4318673" y="4668107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F02B5B3-C818-48F9-878B-5DCE38202405}"/>
              </a:ext>
            </a:extLst>
          </p:cNvPr>
          <p:cNvSpPr/>
          <p:nvPr/>
        </p:nvSpPr>
        <p:spPr>
          <a:xfrm>
            <a:off x="4283113" y="5081649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0D7ED05-6E45-44A1-B734-9CF53419E964}"/>
              </a:ext>
            </a:extLst>
          </p:cNvPr>
          <p:cNvGrpSpPr/>
          <p:nvPr/>
        </p:nvGrpSpPr>
        <p:grpSpPr>
          <a:xfrm>
            <a:off x="4439356" y="4882331"/>
            <a:ext cx="83752" cy="135420"/>
            <a:chOff x="5379719" y="2305749"/>
            <a:chExt cx="204336" cy="370428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7B479E-F24E-4692-B240-EE73588A1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8B7E85B-A0B1-4869-AF19-D78E07B97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53F5087-733E-48E2-BA70-9A9838F43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1E0BFA07-FBF5-453F-A66D-E94B074D950C}"/>
              </a:ext>
            </a:extLst>
          </p:cNvPr>
          <p:cNvSpPr/>
          <p:nvPr/>
        </p:nvSpPr>
        <p:spPr>
          <a:xfrm>
            <a:off x="4363905" y="4697338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8C4402C-CEEF-41BA-9B66-F39F066E2AEA}"/>
              </a:ext>
            </a:extLst>
          </p:cNvPr>
          <p:cNvCxnSpPr>
            <a:cxnSpLocks/>
          </p:cNvCxnSpPr>
          <p:nvPr/>
        </p:nvCxnSpPr>
        <p:spPr>
          <a:xfrm>
            <a:off x="4458830" y="5467290"/>
            <a:ext cx="2197947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18B49E6-E226-423E-82A7-A1903A093897}"/>
              </a:ext>
            </a:extLst>
          </p:cNvPr>
          <p:cNvSpPr/>
          <p:nvPr/>
        </p:nvSpPr>
        <p:spPr>
          <a:xfrm>
            <a:off x="4145074" y="5249662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B0AD7E3-AC9D-4E90-B7B7-0D76BD9CE0FB}"/>
              </a:ext>
            </a:extLst>
          </p:cNvPr>
          <p:cNvSpPr/>
          <p:nvPr/>
        </p:nvSpPr>
        <p:spPr>
          <a:xfrm>
            <a:off x="4109514" y="5663204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80CBC27-4D83-4BBC-9561-78F94CF9B8BC}"/>
              </a:ext>
            </a:extLst>
          </p:cNvPr>
          <p:cNvGrpSpPr/>
          <p:nvPr/>
        </p:nvGrpSpPr>
        <p:grpSpPr>
          <a:xfrm>
            <a:off x="4265757" y="5463886"/>
            <a:ext cx="83752" cy="135420"/>
            <a:chOff x="5379719" y="2305749"/>
            <a:chExt cx="204336" cy="370428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F2C5F22-F002-4882-A6D4-B6B0DA4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9FACD17-1DC8-433D-B96E-ACE9CCBC7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54A3460-6261-4DEA-8154-5585066D6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0F57C3E-F76D-4407-A105-4D8E145DDF1A}"/>
              </a:ext>
            </a:extLst>
          </p:cNvPr>
          <p:cNvCxnSpPr>
            <a:cxnSpLocks/>
          </p:cNvCxnSpPr>
          <p:nvPr/>
        </p:nvCxnSpPr>
        <p:spPr>
          <a:xfrm>
            <a:off x="2364761" y="6051825"/>
            <a:ext cx="4837872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4FCBF07-3252-45A6-9492-7D04E6BED7E2}"/>
              </a:ext>
            </a:extLst>
          </p:cNvPr>
          <p:cNvSpPr/>
          <p:nvPr/>
        </p:nvSpPr>
        <p:spPr>
          <a:xfrm>
            <a:off x="4190306" y="5278893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4B117A98-E4F8-4787-B1A6-BFBC8E8A9A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20095" y="4872118"/>
            <a:ext cx="875099" cy="341502"/>
          </a:xfrm>
          <a:prstGeom prst="rect">
            <a:avLst/>
          </a:prstGeom>
          <a:effectLst/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2451FB05-D1DA-4DA2-91FC-0FE03845C9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1649" y="5432133"/>
            <a:ext cx="875099" cy="341502"/>
          </a:xfrm>
          <a:prstGeom prst="rect">
            <a:avLst/>
          </a:prstGeom>
          <a:effectLst/>
        </p:spPr>
      </p:pic>
      <p:sp>
        <p:nvSpPr>
          <p:cNvPr id="236" name="Oval 235">
            <a:extLst>
              <a:ext uri="{FF2B5EF4-FFF2-40B4-BE49-F238E27FC236}">
                <a16:creationId xmlns:a16="http://schemas.microsoft.com/office/drawing/2014/main" id="{8EF8D2E7-8958-47A1-9D7B-6BF2B3D5D98D}"/>
              </a:ext>
            </a:extLst>
          </p:cNvPr>
          <p:cNvSpPr/>
          <p:nvPr/>
        </p:nvSpPr>
        <p:spPr>
          <a:xfrm rot="2796645">
            <a:off x="6542040" y="4577445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B50245-3CD7-4441-8463-5B744AF4ABD8}"/>
              </a:ext>
            </a:extLst>
          </p:cNvPr>
          <p:cNvCxnSpPr>
            <a:cxnSpLocks/>
          </p:cNvCxnSpPr>
          <p:nvPr/>
        </p:nvCxnSpPr>
        <p:spPr>
          <a:xfrm>
            <a:off x="5346169" y="4034683"/>
            <a:ext cx="2057368" cy="2216459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文本框 53">
            <a:extLst>
              <a:ext uri="{FF2B5EF4-FFF2-40B4-BE49-F238E27FC236}">
                <a16:creationId xmlns:a16="http://schemas.microsoft.com/office/drawing/2014/main" id="{1FDAE70E-50C5-4BF9-93BD-0E193B530677}"/>
              </a:ext>
            </a:extLst>
          </p:cNvPr>
          <p:cNvSpPr txBox="1"/>
          <p:nvPr/>
        </p:nvSpPr>
        <p:spPr>
          <a:xfrm>
            <a:off x="9400377" y="3692902"/>
            <a:ext cx="1650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Current at the PCC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EC65FFB8-3889-462C-A69C-C02D60EE0C6C}"/>
              </a:ext>
            </a:extLst>
          </p:cNvPr>
          <p:cNvSpPr/>
          <p:nvPr/>
        </p:nvSpPr>
        <p:spPr>
          <a:xfrm>
            <a:off x="6667439" y="4663816"/>
            <a:ext cx="2580985" cy="1330290"/>
          </a:xfrm>
          <a:custGeom>
            <a:avLst/>
            <a:gdLst>
              <a:gd name="connsiteX0" fmla="*/ 2608580 w 2608580"/>
              <a:gd name="connsiteY0" fmla="*/ 1023620 h 1253208"/>
              <a:gd name="connsiteX1" fmla="*/ 2362200 w 2608580"/>
              <a:gd name="connsiteY1" fmla="*/ 1247140 h 1253208"/>
              <a:gd name="connsiteX2" fmla="*/ 1922780 w 2608580"/>
              <a:gd name="connsiteY2" fmla="*/ 1173480 h 1253208"/>
              <a:gd name="connsiteX3" fmla="*/ 1264920 w 2608580"/>
              <a:gd name="connsiteY3" fmla="*/ 1000760 h 1253208"/>
              <a:gd name="connsiteX4" fmla="*/ 0 w 2608580"/>
              <a:gd name="connsiteY4" fmla="*/ 0 h 125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8580" h="1253208">
                <a:moveTo>
                  <a:pt x="2608580" y="1023620"/>
                </a:moveTo>
                <a:cubicBezTo>
                  <a:pt x="2542540" y="1122891"/>
                  <a:pt x="2476500" y="1222163"/>
                  <a:pt x="2362200" y="1247140"/>
                </a:cubicBezTo>
                <a:cubicBezTo>
                  <a:pt x="2247900" y="1272117"/>
                  <a:pt x="2105660" y="1214543"/>
                  <a:pt x="1922780" y="1173480"/>
                </a:cubicBezTo>
                <a:cubicBezTo>
                  <a:pt x="1739900" y="1132417"/>
                  <a:pt x="1585383" y="1196340"/>
                  <a:pt x="1264920" y="1000760"/>
                </a:cubicBezTo>
                <a:cubicBezTo>
                  <a:pt x="944457" y="805180"/>
                  <a:pt x="472228" y="40259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0E0A227E-B775-490C-B480-F00B7C5B3A21}"/>
              </a:ext>
            </a:extLst>
          </p:cNvPr>
          <p:cNvSpPr/>
          <p:nvPr/>
        </p:nvSpPr>
        <p:spPr>
          <a:xfrm>
            <a:off x="6578790" y="4738324"/>
            <a:ext cx="2910650" cy="1221594"/>
          </a:xfrm>
          <a:custGeom>
            <a:avLst/>
            <a:gdLst>
              <a:gd name="connsiteX0" fmla="*/ 2900680 w 2900680"/>
              <a:gd name="connsiteY0" fmla="*/ 967740 h 1179638"/>
              <a:gd name="connsiteX1" fmla="*/ 2466340 w 2900680"/>
              <a:gd name="connsiteY1" fmla="*/ 1150620 h 1179638"/>
              <a:gd name="connsiteX2" fmla="*/ 810260 w 2900680"/>
              <a:gd name="connsiteY2" fmla="*/ 426720 h 1179638"/>
              <a:gd name="connsiteX3" fmla="*/ 0 w 2900680"/>
              <a:gd name="connsiteY3" fmla="*/ 0 h 117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0680" h="1179638">
                <a:moveTo>
                  <a:pt x="2900680" y="967740"/>
                </a:moveTo>
                <a:cubicBezTo>
                  <a:pt x="2857711" y="1104265"/>
                  <a:pt x="2814743" y="1240790"/>
                  <a:pt x="2466340" y="1150620"/>
                </a:cubicBezTo>
                <a:cubicBezTo>
                  <a:pt x="2117937" y="1060450"/>
                  <a:pt x="1221317" y="618490"/>
                  <a:pt x="810260" y="426720"/>
                </a:cubicBezTo>
                <a:cubicBezTo>
                  <a:pt x="399203" y="234950"/>
                  <a:pt x="199601" y="11747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9592D4CD-653B-4E2C-974D-6424A389602A}"/>
              </a:ext>
            </a:extLst>
          </p:cNvPr>
          <p:cNvSpPr/>
          <p:nvPr/>
        </p:nvSpPr>
        <p:spPr>
          <a:xfrm rot="1769804">
            <a:off x="6443073" y="4666048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FB041E5C-3919-4240-BEA0-DE4791A2525B}"/>
              </a:ext>
            </a:extLst>
          </p:cNvPr>
          <p:cNvSpPr/>
          <p:nvPr/>
        </p:nvSpPr>
        <p:spPr>
          <a:xfrm>
            <a:off x="6459220" y="4811044"/>
            <a:ext cx="3275330" cy="1131504"/>
          </a:xfrm>
          <a:custGeom>
            <a:avLst/>
            <a:gdLst>
              <a:gd name="connsiteX0" fmla="*/ 3238500 w 3238500"/>
              <a:gd name="connsiteY0" fmla="*/ 899160 h 1115277"/>
              <a:gd name="connsiteX1" fmla="*/ 2807970 w 3238500"/>
              <a:gd name="connsiteY1" fmla="*/ 1101090 h 1115277"/>
              <a:gd name="connsiteX2" fmla="*/ 1828800 w 3238500"/>
              <a:gd name="connsiteY2" fmla="*/ 975360 h 1115277"/>
              <a:gd name="connsiteX3" fmla="*/ 0 w 3238500"/>
              <a:gd name="connsiteY3" fmla="*/ 0 h 111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15277">
                <a:moveTo>
                  <a:pt x="3238500" y="899160"/>
                </a:moveTo>
                <a:cubicBezTo>
                  <a:pt x="3140710" y="993775"/>
                  <a:pt x="3042920" y="1088390"/>
                  <a:pt x="2807970" y="1101090"/>
                </a:cubicBezTo>
                <a:cubicBezTo>
                  <a:pt x="2573020" y="1113790"/>
                  <a:pt x="2296795" y="1158875"/>
                  <a:pt x="1828800" y="975360"/>
                </a:cubicBezTo>
                <a:cubicBezTo>
                  <a:pt x="1360805" y="791845"/>
                  <a:pt x="680402" y="395922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524E7AD-C3D9-496E-9B4D-2CB4E5A3A980}"/>
              </a:ext>
            </a:extLst>
          </p:cNvPr>
          <p:cNvSpPr/>
          <p:nvPr/>
        </p:nvSpPr>
        <p:spPr>
          <a:xfrm rot="2175211">
            <a:off x="6327687" y="4730907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8" name="Graphic 317" descr="Lightbulb with solid fill">
            <a:extLst>
              <a:ext uri="{FF2B5EF4-FFF2-40B4-BE49-F238E27FC236}">
                <a16:creationId xmlns:a16="http://schemas.microsoft.com/office/drawing/2014/main" id="{15C95E9B-5C2B-4F79-A602-FD59DC62406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0800000">
            <a:off x="1922692" y="5809200"/>
            <a:ext cx="336376" cy="300473"/>
          </a:xfrm>
          <a:prstGeom prst="rect">
            <a:avLst/>
          </a:prstGeom>
        </p:spPr>
      </p:pic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2112E36-96EA-45A4-865C-B05D50086D51}"/>
              </a:ext>
            </a:extLst>
          </p:cNvPr>
          <p:cNvGrpSpPr/>
          <p:nvPr/>
        </p:nvGrpSpPr>
        <p:grpSpPr>
          <a:xfrm rot="10800000">
            <a:off x="1884108" y="5922706"/>
            <a:ext cx="410666" cy="291645"/>
            <a:chOff x="3360094" y="3061652"/>
            <a:chExt cx="771964" cy="613736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64464D6A-9B3E-4F14-AC32-4C09F6DD7A59}"/>
                </a:ext>
              </a:extLst>
            </p:cNvPr>
            <p:cNvGrpSpPr/>
            <p:nvPr/>
          </p:nvGrpSpPr>
          <p:grpSpPr>
            <a:xfrm>
              <a:off x="3746076" y="3064669"/>
              <a:ext cx="385982" cy="610719"/>
              <a:chOff x="3746076" y="3064669"/>
              <a:chExt cx="385982" cy="610719"/>
            </a:xfrm>
          </p:grpSpPr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401382-4418-47EB-9AF5-BBE6F8156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2224E4FA-A206-4B4E-8187-A17B23DE3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2A251E06-9D6D-4D37-8D4C-99C150CFC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B241B706-05D8-43F7-B088-2952D8020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F6C26B86-E6E4-4315-B5A7-0BD521B2C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98DCCDD-F34D-426F-AE40-613B509342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4227ED65-4715-4660-B86C-1739969F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7CF677DC-1F12-40B4-B59F-486339528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3703D069-1E63-4E3A-81FB-28525E1575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4FE0129F-F4B1-4961-965B-A439B0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73CABA6-ECA4-4456-8487-6B916735EC42}"/>
                </a:ext>
              </a:extLst>
            </p:cNvPr>
            <p:cNvGrpSpPr/>
            <p:nvPr/>
          </p:nvGrpSpPr>
          <p:grpSpPr>
            <a:xfrm flipH="1">
              <a:off x="3360094" y="3061652"/>
              <a:ext cx="385982" cy="610719"/>
              <a:chOff x="3746076" y="3064669"/>
              <a:chExt cx="385982" cy="610719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D18C0B0A-66B2-414F-B420-44C5C2EE5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4F09501-7EE1-4E8D-9486-E2BF460A7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D521C409-568A-4CE8-966F-2B91756FA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E3041C98-EE23-4135-B3EF-027902CDC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1327CB1-1329-46CD-859A-DB201883D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867AB67A-292A-4BD9-A12C-C4CC51909C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75849C-56E0-4D70-9162-8362AA83D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810A7E3-C664-4951-9DDE-106F89F54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28636AB5-8D88-4516-8592-D9E5CE11BC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AD17BF5C-A9D9-4AC5-BE29-03CC85667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D2AECA80-7D8D-42C1-B36B-41FFF1143B7F}"/>
              </a:ext>
            </a:extLst>
          </p:cNvPr>
          <p:cNvSpPr/>
          <p:nvPr/>
        </p:nvSpPr>
        <p:spPr>
          <a:xfrm>
            <a:off x="1401617" y="5928757"/>
            <a:ext cx="226339" cy="505351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C1A74283-0647-43AE-AE96-D7DF9A48E005}"/>
              </a:ext>
            </a:extLst>
          </p:cNvPr>
          <p:cNvSpPr/>
          <p:nvPr/>
        </p:nvSpPr>
        <p:spPr>
          <a:xfrm>
            <a:off x="2019760" y="5936186"/>
            <a:ext cx="142240" cy="141319"/>
          </a:xfrm>
          <a:custGeom>
            <a:avLst/>
            <a:gdLst>
              <a:gd name="connsiteX0" fmla="*/ 38966 w 142240"/>
              <a:gd name="connsiteY0" fmla="*/ 0 h 141319"/>
              <a:gd name="connsiteX1" fmla="*/ 101832 w 142240"/>
              <a:gd name="connsiteY1" fmla="*/ 1905 h 141319"/>
              <a:gd name="connsiteX2" fmla="*/ 113995 w 142240"/>
              <a:gd name="connsiteY2" fmla="*/ 22220 h 141319"/>
              <a:gd name="connsiteX3" fmla="*/ 121409 w 142240"/>
              <a:gd name="connsiteY3" fmla="*/ 26930 h 141319"/>
              <a:gd name="connsiteX4" fmla="*/ 142240 w 142240"/>
              <a:gd name="connsiteY4" fmla="*/ 74311 h 141319"/>
              <a:gd name="connsiteX5" fmla="*/ 71120 w 142240"/>
              <a:gd name="connsiteY5" fmla="*/ 141319 h 141319"/>
              <a:gd name="connsiteX6" fmla="*/ 0 w 142240"/>
              <a:gd name="connsiteY6" fmla="*/ 74311 h 141319"/>
              <a:gd name="connsiteX7" fmla="*/ 20831 w 142240"/>
              <a:gd name="connsiteY7" fmla="*/ 26930 h 141319"/>
              <a:gd name="connsiteX8" fmla="*/ 26283 w 142240"/>
              <a:gd name="connsiteY8" fmla="*/ 23466 h 14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240" h="141319">
                <a:moveTo>
                  <a:pt x="38966" y="0"/>
                </a:moveTo>
                <a:lnTo>
                  <a:pt x="101832" y="1905"/>
                </a:lnTo>
                <a:lnTo>
                  <a:pt x="113995" y="22220"/>
                </a:lnTo>
                <a:lnTo>
                  <a:pt x="121409" y="26930"/>
                </a:lnTo>
                <a:cubicBezTo>
                  <a:pt x="134280" y="39056"/>
                  <a:pt x="142240" y="55808"/>
                  <a:pt x="142240" y="74311"/>
                </a:cubicBezTo>
                <a:cubicBezTo>
                  <a:pt x="142240" y="111318"/>
                  <a:pt x="110398" y="141319"/>
                  <a:pt x="71120" y="141319"/>
                </a:cubicBezTo>
                <a:cubicBezTo>
                  <a:pt x="31842" y="141319"/>
                  <a:pt x="0" y="111318"/>
                  <a:pt x="0" y="74311"/>
                </a:cubicBezTo>
                <a:cubicBezTo>
                  <a:pt x="0" y="55808"/>
                  <a:pt x="7960" y="39056"/>
                  <a:pt x="20831" y="26930"/>
                </a:cubicBezTo>
                <a:lnTo>
                  <a:pt x="26283" y="234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7C27FD06-B1B9-43B0-AB78-EB08A41E1BB8}"/>
              </a:ext>
            </a:extLst>
          </p:cNvPr>
          <p:cNvSpPr/>
          <p:nvPr/>
        </p:nvSpPr>
        <p:spPr>
          <a:xfrm>
            <a:off x="4043479" y="4755902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5" name="Graphic 164" descr="Artificial Intelligence with solid fill">
            <a:extLst>
              <a:ext uri="{FF2B5EF4-FFF2-40B4-BE49-F238E27FC236}">
                <a16:creationId xmlns:a16="http://schemas.microsoft.com/office/drawing/2014/main" id="{EC10E6A5-0F57-4874-8863-B0D405614D7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flipH="1">
            <a:off x="3204107" y="1308427"/>
            <a:ext cx="893295" cy="893295"/>
          </a:xfrm>
          <a:prstGeom prst="rect">
            <a:avLst/>
          </a:prstGeom>
        </p:spPr>
      </p:pic>
      <p:pic>
        <p:nvPicPr>
          <p:cNvPr id="3" name="Graphic 2" descr="Cloud outline">
            <a:extLst>
              <a:ext uri="{FF2B5EF4-FFF2-40B4-BE49-F238E27FC236}">
                <a16:creationId xmlns:a16="http://schemas.microsoft.com/office/drawing/2014/main" id="{F7BAAE6C-3067-440B-A4E4-95728F7B636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64654" y="1006350"/>
            <a:ext cx="1339212" cy="1339212"/>
          </a:xfrm>
          <a:prstGeom prst="rect">
            <a:avLst/>
          </a:prstGeom>
        </p:spPr>
      </p:pic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DA19E97-9761-49E4-A4CD-2ECBE19D438C}"/>
              </a:ext>
            </a:extLst>
          </p:cNvPr>
          <p:cNvCxnSpPr>
            <a:cxnSpLocks/>
          </p:cNvCxnSpPr>
          <p:nvPr/>
        </p:nvCxnSpPr>
        <p:spPr>
          <a:xfrm>
            <a:off x="4842258" y="4203153"/>
            <a:ext cx="192022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97DF5EB-F0A4-46F0-9294-7D8D8A50F957}"/>
              </a:ext>
            </a:extLst>
          </p:cNvPr>
          <p:cNvCxnSpPr>
            <a:cxnSpLocks/>
          </p:cNvCxnSpPr>
          <p:nvPr/>
        </p:nvCxnSpPr>
        <p:spPr>
          <a:xfrm>
            <a:off x="4652526" y="4810131"/>
            <a:ext cx="473194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80B21D8-B272-4ED7-BC22-9A5E0C39B78F}"/>
              </a:ext>
            </a:extLst>
          </p:cNvPr>
          <p:cNvCxnSpPr>
            <a:cxnSpLocks/>
          </p:cNvCxnSpPr>
          <p:nvPr/>
        </p:nvCxnSpPr>
        <p:spPr>
          <a:xfrm>
            <a:off x="4485557" y="5401853"/>
            <a:ext cx="741763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4A1CB0D-04BA-4F59-939A-2D370ECFC2E4}"/>
              </a:ext>
            </a:extLst>
          </p:cNvPr>
          <p:cNvCxnSpPr>
            <a:cxnSpLocks/>
          </p:cNvCxnSpPr>
          <p:nvPr/>
        </p:nvCxnSpPr>
        <p:spPr>
          <a:xfrm flipV="1">
            <a:off x="5034280" y="1996439"/>
            <a:ext cx="0" cy="2203628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AE5DAE5-7CA5-4B95-BB0B-22CFCF9F0F4F}"/>
              </a:ext>
            </a:extLst>
          </p:cNvPr>
          <p:cNvCxnSpPr>
            <a:cxnSpLocks/>
          </p:cNvCxnSpPr>
          <p:nvPr/>
        </p:nvCxnSpPr>
        <p:spPr>
          <a:xfrm flipV="1">
            <a:off x="5130800" y="1996439"/>
            <a:ext cx="0" cy="280662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CF0CCDD-E51F-4B76-9A18-BEECCE924F84}"/>
              </a:ext>
            </a:extLst>
          </p:cNvPr>
          <p:cNvCxnSpPr>
            <a:cxnSpLocks/>
          </p:cNvCxnSpPr>
          <p:nvPr/>
        </p:nvCxnSpPr>
        <p:spPr>
          <a:xfrm flipV="1">
            <a:off x="5227320" y="1996439"/>
            <a:ext cx="0" cy="3383081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52F72A0-0A34-4296-98F2-33A9FE273234}"/>
              </a:ext>
            </a:extLst>
          </p:cNvPr>
          <p:cNvSpPr/>
          <p:nvPr/>
        </p:nvSpPr>
        <p:spPr>
          <a:xfrm>
            <a:off x="4801659" y="4148846"/>
            <a:ext cx="90985" cy="941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F96C3F59-7183-46B5-B4B7-3D616C02DB09}"/>
              </a:ext>
            </a:extLst>
          </p:cNvPr>
          <p:cNvSpPr/>
          <p:nvPr/>
        </p:nvSpPr>
        <p:spPr>
          <a:xfrm>
            <a:off x="4609077" y="4763041"/>
            <a:ext cx="90985" cy="941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00393634-B7BD-4283-853C-AFFC8BD0B26B}"/>
              </a:ext>
            </a:extLst>
          </p:cNvPr>
          <p:cNvSpPr/>
          <p:nvPr/>
        </p:nvSpPr>
        <p:spPr>
          <a:xfrm>
            <a:off x="4463313" y="5350337"/>
            <a:ext cx="90985" cy="941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13236AE-7980-49B5-B6B9-21F7A645C1A8}"/>
              </a:ext>
            </a:extLst>
          </p:cNvPr>
          <p:cNvSpPr/>
          <p:nvPr/>
        </p:nvSpPr>
        <p:spPr>
          <a:xfrm>
            <a:off x="3056574" y="2956044"/>
            <a:ext cx="90985" cy="941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文本框 53">
            <a:extLst>
              <a:ext uri="{FF2B5EF4-FFF2-40B4-BE49-F238E27FC236}">
                <a16:creationId xmlns:a16="http://schemas.microsoft.com/office/drawing/2014/main" id="{738E10CB-929A-4E98-BF40-55FAF30A0428}"/>
              </a:ext>
            </a:extLst>
          </p:cNvPr>
          <p:cNvSpPr txBox="1"/>
          <p:nvPr/>
        </p:nvSpPr>
        <p:spPr>
          <a:xfrm>
            <a:off x="3254826" y="2857692"/>
            <a:ext cx="15395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Charging request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D47DB-0C8A-4F42-8F97-24B8F86ED3BB}"/>
              </a:ext>
            </a:extLst>
          </p:cNvPr>
          <p:cNvGrpSpPr/>
          <p:nvPr/>
        </p:nvGrpSpPr>
        <p:grpSpPr>
          <a:xfrm>
            <a:off x="4065127" y="1638259"/>
            <a:ext cx="157996" cy="159055"/>
            <a:chOff x="4065127" y="1638259"/>
            <a:chExt cx="157996" cy="15905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03EFCB-BD3C-46C1-BDBC-A70FEBDF1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5131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6D5DBA07-66A2-4AFB-B7C3-603709959B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5127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5C04CA-FC06-4122-ABAB-0A466B728298}"/>
              </a:ext>
            </a:extLst>
          </p:cNvPr>
          <p:cNvGrpSpPr/>
          <p:nvPr/>
        </p:nvGrpSpPr>
        <p:grpSpPr>
          <a:xfrm>
            <a:off x="4194174" y="1638259"/>
            <a:ext cx="157996" cy="159055"/>
            <a:chOff x="4194174" y="1638259"/>
            <a:chExt cx="157996" cy="159055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26F531B-EC81-4AF3-A499-7AD650EC8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4178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F5261B9-21D6-4387-B92F-34077E2450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4174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E1C6C4-6854-49B5-AD38-3302686BF10C}"/>
              </a:ext>
            </a:extLst>
          </p:cNvPr>
          <p:cNvGrpSpPr/>
          <p:nvPr/>
        </p:nvGrpSpPr>
        <p:grpSpPr>
          <a:xfrm>
            <a:off x="4336392" y="1638259"/>
            <a:ext cx="157996" cy="159055"/>
            <a:chOff x="4336392" y="1638259"/>
            <a:chExt cx="157996" cy="159055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BCA6B5D-2136-44C0-9301-87697621B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52FBDBC4-567B-4740-B954-585C6EDDC4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9C20511-5A7E-4175-B007-C4A299740BF0}"/>
              </a:ext>
            </a:extLst>
          </p:cNvPr>
          <p:cNvGrpSpPr/>
          <p:nvPr/>
        </p:nvGrpSpPr>
        <p:grpSpPr>
          <a:xfrm>
            <a:off x="414106" y="1322714"/>
            <a:ext cx="2782283" cy="1842735"/>
            <a:chOff x="414106" y="1322714"/>
            <a:chExt cx="2782283" cy="1842735"/>
          </a:xfrm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32FA09E-A8AB-4A2D-90AE-B979F25DFD7F}"/>
                </a:ext>
              </a:extLst>
            </p:cNvPr>
            <p:cNvSpPr/>
            <p:nvPr/>
          </p:nvSpPr>
          <p:spPr>
            <a:xfrm>
              <a:off x="424209" y="1322714"/>
              <a:ext cx="2772180" cy="1842735"/>
            </a:xfrm>
            <a:custGeom>
              <a:avLst/>
              <a:gdLst>
                <a:gd name="connsiteX0" fmla="*/ 0 w 2772180"/>
                <a:gd name="connsiteY0" fmla="*/ 0 h 1842735"/>
                <a:gd name="connsiteX1" fmla="*/ 2446930 w 2772180"/>
                <a:gd name="connsiteY1" fmla="*/ 0 h 1842735"/>
                <a:gd name="connsiteX2" fmla="*/ 2446930 w 2772180"/>
                <a:gd name="connsiteY2" fmla="*/ 269383 h 1842735"/>
                <a:gd name="connsiteX3" fmla="*/ 2772180 w 2772180"/>
                <a:gd name="connsiteY3" fmla="*/ 516583 h 1842735"/>
                <a:gd name="connsiteX4" fmla="*/ 2446930 w 2772180"/>
                <a:gd name="connsiteY4" fmla="*/ 763782 h 1842735"/>
                <a:gd name="connsiteX5" fmla="*/ 2446930 w 2772180"/>
                <a:gd name="connsiteY5" fmla="*/ 1842735 h 1842735"/>
                <a:gd name="connsiteX6" fmla="*/ 0 w 2772180"/>
                <a:gd name="connsiteY6" fmla="*/ 1842735 h 184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2180" h="1842735">
                  <a:moveTo>
                    <a:pt x="0" y="0"/>
                  </a:moveTo>
                  <a:lnTo>
                    <a:pt x="2446930" y="0"/>
                  </a:lnTo>
                  <a:lnTo>
                    <a:pt x="2446930" y="269383"/>
                  </a:lnTo>
                  <a:lnTo>
                    <a:pt x="2772180" y="516583"/>
                  </a:lnTo>
                  <a:lnTo>
                    <a:pt x="2446930" y="763782"/>
                  </a:lnTo>
                  <a:lnTo>
                    <a:pt x="2446930" y="1842735"/>
                  </a:lnTo>
                  <a:lnTo>
                    <a:pt x="0" y="1842735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1" name="文本框 53">
              <a:extLst>
                <a:ext uri="{FF2B5EF4-FFF2-40B4-BE49-F238E27FC236}">
                  <a16:creationId xmlns:a16="http://schemas.microsoft.com/office/drawing/2014/main" id="{B92BC9CA-1B8A-4EFB-84D6-8BD28F13EB41}"/>
                </a:ext>
              </a:extLst>
            </p:cNvPr>
            <p:cNvSpPr txBox="1"/>
            <p:nvPr/>
          </p:nvSpPr>
          <p:spPr>
            <a:xfrm>
              <a:off x="538844" y="1610631"/>
              <a:ext cx="218155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Non-fundamental distortion emission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Flicker emission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endParaRPr>
            </a:p>
          </p:txBody>
        </p:sp>
        <p:sp>
          <p:nvSpPr>
            <p:cNvPr id="222" name="文本框 53">
              <a:extLst>
                <a:ext uri="{FF2B5EF4-FFF2-40B4-BE49-F238E27FC236}">
                  <a16:creationId xmlns:a16="http://schemas.microsoft.com/office/drawing/2014/main" id="{9E4FF3FF-094D-4CF7-A209-D8BF74C23DEB}"/>
                </a:ext>
              </a:extLst>
            </p:cNvPr>
            <p:cNvSpPr txBox="1"/>
            <p:nvPr/>
          </p:nvSpPr>
          <p:spPr>
            <a:xfrm>
              <a:off x="414106" y="1335350"/>
              <a:ext cx="2181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Prediction: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endParaRPr>
            </a:p>
          </p:txBody>
        </p:sp>
        <p:sp>
          <p:nvSpPr>
            <p:cNvPr id="223" name="文本框 53">
              <a:extLst>
                <a:ext uri="{FF2B5EF4-FFF2-40B4-BE49-F238E27FC236}">
                  <a16:creationId xmlns:a16="http://schemas.microsoft.com/office/drawing/2014/main" id="{3E8995C9-F181-45D7-8703-AD96050B299C}"/>
                </a:ext>
              </a:extLst>
            </p:cNvPr>
            <p:cNvSpPr txBox="1"/>
            <p:nvPr/>
          </p:nvSpPr>
          <p:spPr>
            <a:xfrm>
              <a:off x="424209" y="2324808"/>
              <a:ext cx="2181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00B050"/>
                  </a:solidFill>
                  <a:latin typeface="Futura" pitchFamily="50" charset="0"/>
                </a:rPr>
                <a:t>Control:</a:t>
              </a:r>
              <a:endParaRPr lang="zh-CN" altLang="en-US" sz="1400" dirty="0">
                <a:solidFill>
                  <a:srgbClr val="00B050"/>
                </a:solidFill>
                <a:latin typeface="Futura" pitchFamily="50" charset="0"/>
              </a:endParaRPr>
            </a:p>
          </p:txBody>
        </p:sp>
        <p:sp>
          <p:nvSpPr>
            <p:cNvPr id="224" name="文本框 53">
              <a:extLst>
                <a:ext uri="{FF2B5EF4-FFF2-40B4-BE49-F238E27FC236}">
                  <a16:creationId xmlns:a16="http://schemas.microsoft.com/office/drawing/2014/main" id="{BCE12065-ED9B-452E-A832-2D1AD18F36D2}"/>
                </a:ext>
              </a:extLst>
            </p:cNvPr>
            <p:cNvSpPr txBox="1"/>
            <p:nvPr/>
          </p:nvSpPr>
          <p:spPr>
            <a:xfrm>
              <a:off x="545748" y="2590490"/>
              <a:ext cx="218155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00B050"/>
                  </a:solidFill>
                  <a:latin typeface="Futura" pitchFamily="50" charset="0"/>
                </a:rPr>
                <a:t>Charging power of each chargers</a:t>
              </a:r>
              <a:endParaRPr lang="zh-CN" altLang="en-US" sz="1400" dirty="0">
                <a:solidFill>
                  <a:srgbClr val="00B050"/>
                </a:solidFill>
                <a:latin typeface="Futura" pitchFamily="50" charset="0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8B596B9-9F9E-488D-BEAB-281DC72CE4F7}"/>
              </a:ext>
            </a:extLst>
          </p:cNvPr>
          <p:cNvGrpSpPr/>
          <p:nvPr/>
        </p:nvGrpSpPr>
        <p:grpSpPr>
          <a:xfrm flipH="1">
            <a:off x="4048299" y="1910605"/>
            <a:ext cx="157996" cy="159055"/>
            <a:chOff x="4336392" y="1638259"/>
            <a:chExt cx="157996" cy="159055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C5F67F11-27A3-4BFC-BD81-ECF50C39F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0A56E7B-9A97-42B3-9B5F-ADA0F562F7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DC1C522-B6ED-4B59-B6B4-ECC2A07819C0}"/>
              </a:ext>
            </a:extLst>
          </p:cNvPr>
          <p:cNvGrpSpPr/>
          <p:nvPr/>
        </p:nvGrpSpPr>
        <p:grpSpPr>
          <a:xfrm flipH="1">
            <a:off x="4185674" y="1911252"/>
            <a:ext cx="157996" cy="159055"/>
            <a:chOff x="4336392" y="1638259"/>
            <a:chExt cx="157996" cy="159055"/>
          </a:xfrm>
        </p:grpSpPr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C52D7373-8D39-4A50-8A82-B7132996D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D830DF42-7935-4CDB-8F19-0830DF7D1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D731538-931D-48EC-8FA1-DA68810D8667}"/>
              </a:ext>
            </a:extLst>
          </p:cNvPr>
          <p:cNvGrpSpPr/>
          <p:nvPr/>
        </p:nvGrpSpPr>
        <p:grpSpPr>
          <a:xfrm flipH="1">
            <a:off x="4334549" y="1910605"/>
            <a:ext cx="157996" cy="159055"/>
            <a:chOff x="4336392" y="1638259"/>
            <a:chExt cx="157996" cy="159055"/>
          </a:xfrm>
        </p:grpSpPr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C88AA3EC-2CD3-4636-BF5D-504E8A02B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4B2E4D7-3CA1-4D34-931B-ADF6C1D00B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Oval 258">
            <a:extLst>
              <a:ext uri="{FF2B5EF4-FFF2-40B4-BE49-F238E27FC236}">
                <a16:creationId xmlns:a16="http://schemas.microsoft.com/office/drawing/2014/main" id="{839DFA79-1D9B-4254-836F-76B025576403}"/>
              </a:ext>
            </a:extLst>
          </p:cNvPr>
          <p:cNvSpPr/>
          <p:nvPr/>
        </p:nvSpPr>
        <p:spPr>
          <a:xfrm>
            <a:off x="3054335" y="3334821"/>
            <a:ext cx="90985" cy="9417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文本框 53">
            <a:extLst>
              <a:ext uri="{FF2B5EF4-FFF2-40B4-BE49-F238E27FC236}">
                <a16:creationId xmlns:a16="http://schemas.microsoft.com/office/drawing/2014/main" id="{632FCCF1-1BCC-427E-8D8C-55F8C86811F2}"/>
              </a:ext>
            </a:extLst>
          </p:cNvPr>
          <p:cNvSpPr txBox="1"/>
          <p:nvPr/>
        </p:nvSpPr>
        <p:spPr>
          <a:xfrm>
            <a:off x="3254826" y="3226217"/>
            <a:ext cx="1730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50"/>
                </a:solidFill>
                <a:latin typeface="Futura" pitchFamily="50" charset="0"/>
              </a:rPr>
              <a:t>Charging command</a:t>
            </a:r>
            <a:endParaRPr lang="zh-CN" altLang="en-US" sz="1400" dirty="0">
              <a:solidFill>
                <a:srgbClr val="00B050"/>
              </a:solidFill>
              <a:latin typeface="Futura" pitchFamily="50" charset="0"/>
            </a:endParaRPr>
          </a:p>
        </p:txBody>
      </p:sp>
      <p:sp>
        <p:nvSpPr>
          <p:cNvPr id="2" name="文本框 53">
            <a:extLst>
              <a:ext uri="{FF2B5EF4-FFF2-40B4-BE49-F238E27FC236}">
                <a16:creationId xmlns:a16="http://schemas.microsoft.com/office/drawing/2014/main" id="{9D496DEC-EA0F-E123-0480-932B9F22E56B}"/>
              </a:ext>
            </a:extLst>
          </p:cNvPr>
          <p:cNvSpPr txBox="1"/>
          <p:nvPr/>
        </p:nvSpPr>
        <p:spPr>
          <a:xfrm>
            <a:off x="2664277" y="815164"/>
            <a:ext cx="2109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Digital twin of the 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A5A27-E3F9-0CD0-07A4-8249591950AD}"/>
              </a:ext>
            </a:extLst>
          </p:cNvPr>
          <p:cNvGrpSpPr/>
          <p:nvPr/>
        </p:nvGrpSpPr>
        <p:grpSpPr>
          <a:xfrm>
            <a:off x="10040917" y="2564882"/>
            <a:ext cx="1889418" cy="985337"/>
            <a:chOff x="10040917" y="2564882"/>
            <a:chExt cx="1889418" cy="98533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E95F47C-F85F-B221-48D8-4226498795FE}"/>
                </a:ext>
              </a:extLst>
            </p:cNvPr>
            <p:cNvSpPr/>
            <p:nvPr/>
          </p:nvSpPr>
          <p:spPr>
            <a:xfrm>
              <a:off x="10040917" y="2564882"/>
              <a:ext cx="1888403" cy="9853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文本框 53">
              <a:extLst>
                <a:ext uri="{FF2B5EF4-FFF2-40B4-BE49-F238E27FC236}">
                  <a16:creationId xmlns:a16="http://schemas.microsoft.com/office/drawing/2014/main" id="{C2F7BC2A-E08F-A57F-7FB0-BF481DE49847}"/>
                </a:ext>
              </a:extLst>
            </p:cNvPr>
            <p:cNvSpPr txBox="1"/>
            <p:nvPr/>
          </p:nvSpPr>
          <p:spPr>
            <a:xfrm>
              <a:off x="10061075" y="2642052"/>
              <a:ext cx="18692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Futura" pitchFamily="50" charset="0"/>
                </a:rPr>
                <a:t>AI Based Control of the Fast Charging Station</a:t>
              </a:r>
              <a:endParaRPr lang="zh-CN" altLang="en-US" sz="1600" dirty="0">
                <a:latin typeface="Futura" pitchFamily="50" charset="0"/>
              </a:endParaRPr>
            </a:p>
          </p:txBody>
        </p:sp>
      </p:grp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FA97A224-F1B7-1666-5067-29843BAE91F6}"/>
              </a:ext>
            </a:extLst>
          </p:cNvPr>
          <p:cNvSpPr/>
          <p:nvPr/>
        </p:nvSpPr>
        <p:spPr>
          <a:xfrm>
            <a:off x="9016050" y="3980585"/>
            <a:ext cx="2689992" cy="1886245"/>
          </a:xfrm>
          <a:prstGeom prst="roundRect">
            <a:avLst>
              <a:gd name="adj" fmla="val 567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B7CFBF4-3824-14B1-C141-12DABC802F5A}"/>
              </a:ext>
            </a:extLst>
          </p:cNvPr>
          <p:cNvSpPr/>
          <p:nvPr/>
        </p:nvSpPr>
        <p:spPr>
          <a:xfrm>
            <a:off x="9128466" y="3980586"/>
            <a:ext cx="2118654" cy="16086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D1EE300-412A-8CBD-18F8-CFB256E8B5F7}"/>
              </a:ext>
            </a:extLst>
          </p:cNvPr>
          <p:cNvGrpSpPr/>
          <p:nvPr/>
        </p:nvGrpSpPr>
        <p:grpSpPr>
          <a:xfrm>
            <a:off x="9017997" y="3984396"/>
            <a:ext cx="401703" cy="1604805"/>
            <a:chOff x="9017997" y="3984396"/>
            <a:chExt cx="401703" cy="1604805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29A7FC69-367C-C70C-E27B-8E5B4C394206}"/>
                </a:ext>
              </a:extLst>
            </p:cNvPr>
            <p:cNvSpPr/>
            <p:nvPr/>
          </p:nvSpPr>
          <p:spPr>
            <a:xfrm>
              <a:off x="9026712" y="3984396"/>
              <a:ext cx="392988" cy="1076850"/>
            </a:xfrm>
            <a:prstGeom prst="roundRect">
              <a:avLst>
                <a:gd name="adj" fmla="val 30240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4847555-4A2E-B44E-B48F-6CF703E1D6DB}"/>
                </a:ext>
              </a:extLst>
            </p:cNvPr>
            <p:cNvSpPr/>
            <p:nvPr/>
          </p:nvSpPr>
          <p:spPr>
            <a:xfrm>
              <a:off x="9017997" y="4907921"/>
              <a:ext cx="227603" cy="6812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Oval 92">
            <a:extLst>
              <a:ext uri="{FF2B5EF4-FFF2-40B4-BE49-F238E27FC236}">
                <a16:creationId xmlns:a16="http://schemas.microsoft.com/office/drawing/2014/main" id="{DC7ADBFF-1239-E191-8060-2B6F3878E0F0}"/>
              </a:ext>
            </a:extLst>
          </p:cNvPr>
          <p:cNvSpPr/>
          <p:nvPr/>
        </p:nvSpPr>
        <p:spPr>
          <a:xfrm>
            <a:off x="11290569" y="4081157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8861B2B-D8CF-37EA-B856-65FDF4A996B0}"/>
              </a:ext>
            </a:extLst>
          </p:cNvPr>
          <p:cNvSpPr/>
          <p:nvPr/>
        </p:nvSpPr>
        <p:spPr>
          <a:xfrm>
            <a:off x="11290569" y="4398539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C4A6929-3B96-70AF-C324-6B8C7E9E34A8}"/>
              </a:ext>
            </a:extLst>
          </p:cNvPr>
          <p:cNvSpPr/>
          <p:nvPr/>
        </p:nvSpPr>
        <p:spPr>
          <a:xfrm>
            <a:off x="11290569" y="4941200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A1FF0E5-E70F-B69A-6F17-E02C359924B0}"/>
              </a:ext>
            </a:extLst>
          </p:cNvPr>
          <p:cNvSpPr/>
          <p:nvPr/>
        </p:nvSpPr>
        <p:spPr>
          <a:xfrm>
            <a:off x="11331060" y="5401853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0A3359C-A577-BE36-0762-ED792F0FE01B}"/>
              </a:ext>
            </a:extLst>
          </p:cNvPr>
          <p:cNvSpPr/>
          <p:nvPr/>
        </p:nvSpPr>
        <p:spPr>
          <a:xfrm>
            <a:off x="11549442" y="4285154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B715CF0-A2B6-0CFD-9DCF-670CB60BEF35}"/>
              </a:ext>
            </a:extLst>
          </p:cNvPr>
          <p:cNvSpPr/>
          <p:nvPr/>
        </p:nvSpPr>
        <p:spPr>
          <a:xfrm>
            <a:off x="11490658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1FCF96B-8B44-41D4-640E-FBDEF85285E1}"/>
              </a:ext>
            </a:extLst>
          </p:cNvPr>
          <p:cNvSpPr/>
          <p:nvPr/>
        </p:nvSpPr>
        <p:spPr>
          <a:xfrm>
            <a:off x="11503491" y="5358025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F5946A5-5277-4751-4023-0433A98FECED}"/>
              </a:ext>
            </a:extLst>
          </p:cNvPr>
          <p:cNvSpPr/>
          <p:nvPr/>
        </p:nvSpPr>
        <p:spPr>
          <a:xfrm>
            <a:off x="11585515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B8A05AE-2A73-CC68-C9C5-489C321A6CBB}"/>
              </a:ext>
            </a:extLst>
          </p:cNvPr>
          <p:cNvSpPr/>
          <p:nvPr/>
        </p:nvSpPr>
        <p:spPr>
          <a:xfrm>
            <a:off x="11490178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586A917-3BA0-2D09-626E-EFF65FD38AF2}"/>
              </a:ext>
            </a:extLst>
          </p:cNvPr>
          <p:cNvSpPr/>
          <p:nvPr/>
        </p:nvSpPr>
        <p:spPr>
          <a:xfrm>
            <a:off x="11585035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8259510E-2077-FF23-0C5F-53B5CDA58A61}"/>
              </a:ext>
            </a:extLst>
          </p:cNvPr>
          <p:cNvSpPr/>
          <p:nvPr/>
        </p:nvSpPr>
        <p:spPr>
          <a:xfrm>
            <a:off x="11490178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873E367C-F702-0CAA-C6E5-A4714928FD3C}"/>
              </a:ext>
            </a:extLst>
          </p:cNvPr>
          <p:cNvSpPr/>
          <p:nvPr/>
        </p:nvSpPr>
        <p:spPr>
          <a:xfrm>
            <a:off x="11585035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75CB9E1-6061-D25C-08E4-6F280A226687}"/>
              </a:ext>
            </a:extLst>
          </p:cNvPr>
          <p:cNvSpPr/>
          <p:nvPr/>
        </p:nvSpPr>
        <p:spPr>
          <a:xfrm>
            <a:off x="11490178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1B4F43F-4F84-447D-1DA2-AF9E7ADD9038}"/>
              </a:ext>
            </a:extLst>
          </p:cNvPr>
          <p:cNvSpPr/>
          <p:nvPr/>
        </p:nvSpPr>
        <p:spPr>
          <a:xfrm>
            <a:off x="11585035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363B520-8429-1217-AD39-D7687F455393}"/>
              </a:ext>
            </a:extLst>
          </p:cNvPr>
          <p:cNvSpPr/>
          <p:nvPr/>
        </p:nvSpPr>
        <p:spPr>
          <a:xfrm>
            <a:off x="11331060" y="4721050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7A5733C-9B2D-A116-7DAE-12371967DBEE}"/>
              </a:ext>
            </a:extLst>
          </p:cNvPr>
          <p:cNvSpPr/>
          <p:nvPr/>
        </p:nvSpPr>
        <p:spPr>
          <a:xfrm>
            <a:off x="11492718" y="4424280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EE4C078A-B511-CFB9-E66C-65A98FD9D64F}"/>
              </a:ext>
            </a:extLst>
          </p:cNvPr>
          <p:cNvSpPr/>
          <p:nvPr/>
        </p:nvSpPr>
        <p:spPr>
          <a:xfrm>
            <a:off x="11492718" y="4507277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9F65CBAF-1A48-ACB9-811A-52099CE178EE}"/>
              </a:ext>
            </a:extLst>
          </p:cNvPr>
          <p:cNvSpPr/>
          <p:nvPr/>
        </p:nvSpPr>
        <p:spPr>
          <a:xfrm>
            <a:off x="11494245" y="4124751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0CFBC9D-B8D7-E740-7BAE-D1E38B100E89}"/>
              </a:ext>
            </a:extLst>
          </p:cNvPr>
          <p:cNvGrpSpPr/>
          <p:nvPr/>
        </p:nvGrpSpPr>
        <p:grpSpPr>
          <a:xfrm>
            <a:off x="9171318" y="5645974"/>
            <a:ext cx="164016" cy="164016"/>
            <a:chOff x="9171318" y="5646008"/>
            <a:chExt cx="164016" cy="164016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E79EC5C-1552-AA85-8EE6-BD306A64E017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E673363-4340-217A-D4EF-0879B97A9326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1761B5-7B71-4C6F-3870-5DCD03571AA4}"/>
              </a:ext>
            </a:extLst>
          </p:cNvPr>
          <p:cNvGrpSpPr/>
          <p:nvPr/>
        </p:nvGrpSpPr>
        <p:grpSpPr>
          <a:xfrm>
            <a:off x="9412470" y="5645974"/>
            <a:ext cx="164016" cy="164016"/>
            <a:chOff x="9171318" y="5646008"/>
            <a:chExt cx="164016" cy="164016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31514C7-56BC-E4C7-C36D-7948D1FE15E7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5ABBA15-7AD3-D649-C7F4-DEF4B659E9E2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24C5943-3F4B-1CC5-6454-8B71EFC3CD43}"/>
              </a:ext>
            </a:extLst>
          </p:cNvPr>
          <p:cNvGrpSpPr/>
          <p:nvPr/>
        </p:nvGrpSpPr>
        <p:grpSpPr>
          <a:xfrm>
            <a:off x="9653622" y="5645974"/>
            <a:ext cx="164016" cy="164016"/>
            <a:chOff x="9171318" y="5646008"/>
            <a:chExt cx="164016" cy="164016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C702AC09-E152-BCB2-AD9C-253CC4D29D09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9D5663DD-3C46-36D4-01C2-9ABBF2E144C4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608CBB9-D145-3C57-5A56-D47A53A6CAC1}"/>
              </a:ext>
            </a:extLst>
          </p:cNvPr>
          <p:cNvGrpSpPr/>
          <p:nvPr/>
        </p:nvGrpSpPr>
        <p:grpSpPr>
          <a:xfrm>
            <a:off x="9894774" y="5645974"/>
            <a:ext cx="164016" cy="164016"/>
            <a:chOff x="9171318" y="5646008"/>
            <a:chExt cx="164016" cy="164016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FDCCCDD-DF72-1447-8BD8-0FACAAEA7386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AF6D9D26-EC52-3443-3466-DD546E65D522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86473B5-B35E-2B60-D47E-14250967A186}"/>
              </a:ext>
            </a:extLst>
          </p:cNvPr>
          <p:cNvGrpSpPr/>
          <p:nvPr/>
        </p:nvGrpSpPr>
        <p:grpSpPr>
          <a:xfrm>
            <a:off x="10135926" y="5645974"/>
            <a:ext cx="164016" cy="164016"/>
            <a:chOff x="9171318" y="5646008"/>
            <a:chExt cx="164016" cy="164016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C65BC84-BD53-29E1-A31D-668600681C90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0CD8FC8-1A63-5796-00B1-29452C92B861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94C0BB3-484D-55A5-BDAA-D54B3CC5B47C}"/>
              </a:ext>
            </a:extLst>
          </p:cNvPr>
          <p:cNvGrpSpPr/>
          <p:nvPr/>
        </p:nvGrpSpPr>
        <p:grpSpPr>
          <a:xfrm>
            <a:off x="10377078" y="5645974"/>
            <a:ext cx="164016" cy="164016"/>
            <a:chOff x="9171318" y="5646008"/>
            <a:chExt cx="164016" cy="164016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6C0B911-858F-9D63-8AC7-F44074840A1F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70794D3C-6838-1E2E-A1DC-7C04887722A2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98980D3-A5F2-DC98-1376-420B345B3204}"/>
              </a:ext>
            </a:extLst>
          </p:cNvPr>
          <p:cNvGrpSpPr/>
          <p:nvPr/>
        </p:nvGrpSpPr>
        <p:grpSpPr>
          <a:xfrm>
            <a:off x="10618230" y="5645974"/>
            <a:ext cx="164016" cy="164016"/>
            <a:chOff x="9171318" y="5646008"/>
            <a:chExt cx="164016" cy="164016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99AE63A-4924-8092-AD6E-D42517B0317E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275D49E-7E70-5AA9-683F-54A165E106E3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AFFEF6D-F1FD-D126-EA87-6F9D299ACFDC}"/>
              </a:ext>
            </a:extLst>
          </p:cNvPr>
          <p:cNvGrpSpPr/>
          <p:nvPr/>
        </p:nvGrpSpPr>
        <p:grpSpPr>
          <a:xfrm>
            <a:off x="10859382" y="5645974"/>
            <a:ext cx="164016" cy="164016"/>
            <a:chOff x="9171318" y="5646008"/>
            <a:chExt cx="164016" cy="164016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81667969-6DCA-9416-2C70-54018C4B8F88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D9EAA6DE-5C04-891F-EAF7-3145ED6DD0AA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66E89BA-2F22-E6F5-ACF8-69E4EF7AC1B3}"/>
              </a:ext>
            </a:extLst>
          </p:cNvPr>
          <p:cNvSpPr/>
          <p:nvPr/>
        </p:nvSpPr>
        <p:spPr>
          <a:xfrm>
            <a:off x="9079112" y="4146119"/>
            <a:ext cx="2118654" cy="13670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23799AFF-69E7-8DC1-BE66-5055108C748A}"/>
              </a:ext>
            </a:extLst>
          </p:cNvPr>
          <p:cNvSpPr/>
          <p:nvPr/>
        </p:nvSpPr>
        <p:spPr>
          <a:xfrm>
            <a:off x="9086964" y="4248709"/>
            <a:ext cx="2101997" cy="1174305"/>
          </a:xfrm>
          <a:custGeom>
            <a:avLst/>
            <a:gdLst>
              <a:gd name="connsiteX0" fmla="*/ 0 w 2609850"/>
              <a:gd name="connsiteY0" fmla="*/ 251593 h 1174305"/>
              <a:gd name="connsiteX1" fmla="*/ 68580 w 2609850"/>
              <a:gd name="connsiteY1" fmla="*/ 339223 h 1174305"/>
              <a:gd name="connsiteX2" fmla="*/ 205740 w 2609850"/>
              <a:gd name="connsiteY2" fmla="*/ 247783 h 1174305"/>
              <a:gd name="connsiteX3" fmla="*/ 426720 w 2609850"/>
              <a:gd name="connsiteY3" fmla="*/ 720223 h 1174305"/>
              <a:gd name="connsiteX4" fmla="*/ 582930 w 2609850"/>
              <a:gd name="connsiteY4" fmla="*/ 655453 h 1174305"/>
              <a:gd name="connsiteX5" fmla="*/ 788670 w 2609850"/>
              <a:gd name="connsiteY5" fmla="*/ 1066933 h 1174305"/>
              <a:gd name="connsiteX6" fmla="*/ 960120 w 2609850"/>
              <a:gd name="connsiteY6" fmla="*/ 929773 h 1174305"/>
              <a:gd name="connsiteX7" fmla="*/ 1150620 w 2609850"/>
              <a:gd name="connsiteY7" fmla="*/ 1173613 h 1174305"/>
              <a:gd name="connsiteX8" fmla="*/ 1363980 w 2609850"/>
              <a:gd name="connsiteY8" fmla="*/ 838333 h 1174305"/>
              <a:gd name="connsiteX9" fmla="*/ 1512570 w 2609850"/>
              <a:gd name="connsiteY9" fmla="*/ 922153 h 1174305"/>
              <a:gd name="connsiteX10" fmla="*/ 1744980 w 2609850"/>
              <a:gd name="connsiteY10" fmla="*/ 457333 h 1174305"/>
              <a:gd name="connsiteX11" fmla="*/ 1897380 w 2609850"/>
              <a:gd name="connsiteY11" fmla="*/ 514483 h 1174305"/>
              <a:gd name="connsiteX12" fmla="*/ 2106930 w 2609850"/>
              <a:gd name="connsiteY12" fmla="*/ 91573 h 1174305"/>
              <a:gd name="connsiteX13" fmla="*/ 2266950 w 2609850"/>
              <a:gd name="connsiteY13" fmla="*/ 236353 h 1174305"/>
              <a:gd name="connsiteX14" fmla="*/ 2465070 w 2609850"/>
              <a:gd name="connsiteY14" fmla="*/ 133 h 1174305"/>
              <a:gd name="connsiteX15" fmla="*/ 2609850 w 2609850"/>
              <a:gd name="connsiteY15" fmla="*/ 209683 h 1174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09850" h="1174305">
                <a:moveTo>
                  <a:pt x="0" y="251593"/>
                </a:moveTo>
                <a:cubicBezTo>
                  <a:pt x="17145" y="295725"/>
                  <a:pt x="34290" y="339858"/>
                  <a:pt x="68580" y="339223"/>
                </a:cubicBezTo>
                <a:cubicBezTo>
                  <a:pt x="102870" y="338588"/>
                  <a:pt x="146050" y="184283"/>
                  <a:pt x="205740" y="247783"/>
                </a:cubicBezTo>
                <a:cubicBezTo>
                  <a:pt x="265430" y="311283"/>
                  <a:pt x="363855" y="652278"/>
                  <a:pt x="426720" y="720223"/>
                </a:cubicBezTo>
                <a:cubicBezTo>
                  <a:pt x="489585" y="788168"/>
                  <a:pt x="522605" y="597668"/>
                  <a:pt x="582930" y="655453"/>
                </a:cubicBezTo>
                <a:cubicBezTo>
                  <a:pt x="643255" y="713238"/>
                  <a:pt x="725805" y="1021213"/>
                  <a:pt x="788670" y="1066933"/>
                </a:cubicBezTo>
                <a:cubicBezTo>
                  <a:pt x="851535" y="1112653"/>
                  <a:pt x="899795" y="911993"/>
                  <a:pt x="960120" y="929773"/>
                </a:cubicBezTo>
                <a:cubicBezTo>
                  <a:pt x="1020445" y="947553"/>
                  <a:pt x="1083310" y="1188853"/>
                  <a:pt x="1150620" y="1173613"/>
                </a:cubicBezTo>
                <a:cubicBezTo>
                  <a:pt x="1217930" y="1158373"/>
                  <a:pt x="1303655" y="880243"/>
                  <a:pt x="1363980" y="838333"/>
                </a:cubicBezTo>
                <a:cubicBezTo>
                  <a:pt x="1424305" y="796423"/>
                  <a:pt x="1449070" y="985653"/>
                  <a:pt x="1512570" y="922153"/>
                </a:cubicBezTo>
                <a:cubicBezTo>
                  <a:pt x="1576070" y="858653"/>
                  <a:pt x="1680845" y="525278"/>
                  <a:pt x="1744980" y="457333"/>
                </a:cubicBezTo>
                <a:cubicBezTo>
                  <a:pt x="1809115" y="389388"/>
                  <a:pt x="1837055" y="575443"/>
                  <a:pt x="1897380" y="514483"/>
                </a:cubicBezTo>
                <a:cubicBezTo>
                  <a:pt x="1957705" y="453523"/>
                  <a:pt x="2045335" y="137928"/>
                  <a:pt x="2106930" y="91573"/>
                </a:cubicBezTo>
                <a:cubicBezTo>
                  <a:pt x="2168525" y="45218"/>
                  <a:pt x="2207260" y="251593"/>
                  <a:pt x="2266950" y="236353"/>
                </a:cubicBezTo>
                <a:cubicBezTo>
                  <a:pt x="2326640" y="221113"/>
                  <a:pt x="2407920" y="4578"/>
                  <a:pt x="2465070" y="133"/>
                </a:cubicBezTo>
                <a:cubicBezTo>
                  <a:pt x="2522220" y="-4312"/>
                  <a:pt x="2566035" y="102685"/>
                  <a:pt x="2609850" y="209683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AC184691-15D1-C90F-6CED-C0393B4961C0}"/>
              </a:ext>
            </a:extLst>
          </p:cNvPr>
          <p:cNvSpPr/>
          <p:nvPr/>
        </p:nvSpPr>
        <p:spPr>
          <a:xfrm>
            <a:off x="9074115" y="4246834"/>
            <a:ext cx="2114846" cy="1167398"/>
          </a:xfrm>
          <a:custGeom>
            <a:avLst/>
            <a:gdLst>
              <a:gd name="connsiteX0" fmla="*/ 0 w 2595880"/>
              <a:gd name="connsiteY0" fmla="*/ 455404 h 1167398"/>
              <a:gd name="connsiteX1" fmla="*/ 55880 w 2595880"/>
              <a:gd name="connsiteY1" fmla="*/ 440164 h 1167398"/>
              <a:gd name="connsiteX2" fmla="*/ 152400 w 2595880"/>
              <a:gd name="connsiteY2" fmla="*/ 518904 h 1167398"/>
              <a:gd name="connsiteX3" fmla="*/ 381000 w 2595880"/>
              <a:gd name="connsiteY3" fmla="*/ 92184 h 1167398"/>
              <a:gd name="connsiteX4" fmla="*/ 523240 w 2595880"/>
              <a:gd name="connsiteY4" fmla="*/ 249664 h 1167398"/>
              <a:gd name="connsiteX5" fmla="*/ 718820 w 2595880"/>
              <a:gd name="connsiteY5" fmla="*/ 744 h 1167398"/>
              <a:gd name="connsiteX6" fmla="*/ 937260 w 2595880"/>
              <a:gd name="connsiteY6" fmla="*/ 346184 h 1167398"/>
              <a:gd name="connsiteX7" fmla="*/ 1074420 w 2595880"/>
              <a:gd name="connsiteY7" fmla="*/ 239504 h 1167398"/>
              <a:gd name="connsiteX8" fmla="*/ 1280160 w 2595880"/>
              <a:gd name="connsiteY8" fmla="*/ 666224 h 1167398"/>
              <a:gd name="connsiteX9" fmla="*/ 1455420 w 2595880"/>
              <a:gd name="connsiteY9" fmla="*/ 656064 h 1167398"/>
              <a:gd name="connsiteX10" fmla="*/ 1673860 w 2595880"/>
              <a:gd name="connsiteY10" fmla="*/ 1082784 h 1167398"/>
              <a:gd name="connsiteX11" fmla="*/ 1844040 w 2595880"/>
              <a:gd name="connsiteY11" fmla="*/ 935464 h 1167398"/>
              <a:gd name="connsiteX12" fmla="*/ 2039620 w 2595880"/>
              <a:gd name="connsiteY12" fmla="*/ 1166604 h 1167398"/>
              <a:gd name="connsiteX13" fmla="*/ 2250440 w 2595880"/>
              <a:gd name="connsiteY13" fmla="*/ 838944 h 1167398"/>
              <a:gd name="connsiteX14" fmla="*/ 2400300 w 2595880"/>
              <a:gd name="connsiteY14" fmla="*/ 930384 h 1167398"/>
              <a:gd name="connsiteX15" fmla="*/ 2595880 w 2595880"/>
              <a:gd name="connsiteY15" fmla="*/ 480804 h 116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5880" h="1167398">
                <a:moveTo>
                  <a:pt x="0" y="455404"/>
                </a:moveTo>
                <a:cubicBezTo>
                  <a:pt x="15240" y="442492"/>
                  <a:pt x="30480" y="429581"/>
                  <a:pt x="55880" y="440164"/>
                </a:cubicBezTo>
                <a:cubicBezTo>
                  <a:pt x="81280" y="450747"/>
                  <a:pt x="98213" y="576901"/>
                  <a:pt x="152400" y="518904"/>
                </a:cubicBezTo>
                <a:cubicBezTo>
                  <a:pt x="206587" y="460907"/>
                  <a:pt x="319193" y="137057"/>
                  <a:pt x="381000" y="92184"/>
                </a:cubicBezTo>
                <a:cubicBezTo>
                  <a:pt x="442807" y="47311"/>
                  <a:pt x="466937" y="264904"/>
                  <a:pt x="523240" y="249664"/>
                </a:cubicBezTo>
                <a:cubicBezTo>
                  <a:pt x="579543" y="234424"/>
                  <a:pt x="649817" y="-15343"/>
                  <a:pt x="718820" y="744"/>
                </a:cubicBezTo>
                <a:cubicBezTo>
                  <a:pt x="787823" y="16831"/>
                  <a:pt x="877993" y="306391"/>
                  <a:pt x="937260" y="346184"/>
                </a:cubicBezTo>
                <a:cubicBezTo>
                  <a:pt x="996527" y="385977"/>
                  <a:pt x="1017270" y="186164"/>
                  <a:pt x="1074420" y="239504"/>
                </a:cubicBezTo>
                <a:cubicBezTo>
                  <a:pt x="1131570" y="292844"/>
                  <a:pt x="1216660" y="596797"/>
                  <a:pt x="1280160" y="666224"/>
                </a:cubicBezTo>
                <a:cubicBezTo>
                  <a:pt x="1343660" y="735651"/>
                  <a:pt x="1389803" y="586637"/>
                  <a:pt x="1455420" y="656064"/>
                </a:cubicBezTo>
                <a:cubicBezTo>
                  <a:pt x="1521037" y="725491"/>
                  <a:pt x="1609090" y="1036217"/>
                  <a:pt x="1673860" y="1082784"/>
                </a:cubicBezTo>
                <a:cubicBezTo>
                  <a:pt x="1738630" y="1129351"/>
                  <a:pt x="1783080" y="921494"/>
                  <a:pt x="1844040" y="935464"/>
                </a:cubicBezTo>
                <a:cubicBezTo>
                  <a:pt x="1905000" y="949434"/>
                  <a:pt x="1971887" y="1182691"/>
                  <a:pt x="2039620" y="1166604"/>
                </a:cubicBezTo>
                <a:cubicBezTo>
                  <a:pt x="2107353" y="1150517"/>
                  <a:pt x="2190327" y="878314"/>
                  <a:pt x="2250440" y="838944"/>
                </a:cubicBezTo>
                <a:cubicBezTo>
                  <a:pt x="2310553" y="799574"/>
                  <a:pt x="2342727" y="990074"/>
                  <a:pt x="2400300" y="930384"/>
                </a:cubicBezTo>
                <a:cubicBezTo>
                  <a:pt x="2457873" y="870694"/>
                  <a:pt x="2526876" y="675749"/>
                  <a:pt x="2595880" y="480804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CB1AC8B4-087D-1435-0D91-78664B415DF7}"/>
              </a:ext>
            </a:extLst>
          </p:cNvPr>
          <p:cNvSpPr/>
          <p:nvPr/>
        </p:nvSpPr>
        <p:spPr>
          <a:xfrm>
            <a:off x="9081210" y="4258546"/>
            <a:ext cx="2112747" cy="1174923"/>
          </a:xfrm>
          <a:custGeom>
            <a:avLst/>
            <a:gdLst>
              <a:gd name="connsiteX0" fmla="*/ 0 w 2585720"/>
              <a:gd name="connsiteY0" fmla="*/ 1036981 h 1174923"/>
              <a:gd name="connsiteX1" fmla="*/ 101600 w 2585720"/>
              <a:gd name="connsiteY1" fmla="*/ 930301 h 1174923"/>
              <a:gd name="connsiteX2" fmla="*/ 279400 w 2585720"/>
              <a:gd name="connsiteY2" fmla="*/ 1174141 h 1174923"/>
              <a:gd name="connsiteX3" fmla="*/ 482600 w 2585720"/>
              <a:gd name="connsiteY3" fmla="*/ 833781 h 1174923"/>
              <a:gd name="connsiteX4" fmla="*/ 645160 w 2585720"/>
              <a:gd name="connsiteY4" fmla="*/ 935381 h 1174923"/>
              <a:gd name="connsiteX5" fmla="*/ 863600 w 2585720"/>
              <a:gd name="connsiteY5" fmla="*/ 457861 h 1174923"/>
              <a:gd name="connsiteX6" fmla="*/ 1005840 w 2585720"/>
              <a:gd name="connsiteY6" fmla="*/ 528981 h 1174923"/>
              <a:gd name="connsiteX7" fmla="*/ 1229360 w 2585720"/>
              <a:gd name="connsiteY7" fmla="*/ 97181 h 1174923"/>
              <a:gd name="connsiteX8" fmla="*/ 1407160 w 2585720"/>
              <a:gd name="connsiteY8" fmla="*/ 254661 h 1174923"/>
              <a:gd name="connsiteX9" fmla="*/ 1590040 w 2585720"/>
              <a:gd name="connsiteY9" fmla="*/ 661 h 1174923"/>
              <a:gd name="connsiteX10" fmla="*/ 1803400 w 2585720"/>
              <a:gd name="connsiteY10" fmla="*/ 346101 h 1174923"/>
              <a:gd name="connsiteX11" fmla="*/ 1945640 w 2585720"/>
              <a:gd name="connsiteY11" fmla="*/ 249581 h 1174923"/>
              <a:gd name="connsiteX12" fmla="*/ 2174240 w 2585720"/>
              <a:gd name="connsiteY12" fmla="*/ 722021 h 1174923"/>
              <a:gd name="connsiteX13" fmla="*/ 2311400 w 2585720"/>
              <a:gd name="connsiteY13" fmla="*/ 655981 h 1174923"/>
              <a:gd name="connsiteX14" fmla="*/ 2504440 w 2585720"/>
              <a:gd name="connsiteY14" fmla="*/ 1052221 h 1174923"/>
              <a:gd name="connsiteX15" fmla="*/ 2585720 w 2585720"/>
              <a:gd name="connsiteY15" fmla="*/ 1067461 h 1174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85720" h="1174923">
                <a:moveTo>
                  <a:pt x="0" y="1036981"/>
                </a:moveTo>
                <a:cubicBezTo>
                  <a:pt x="27516" y="972211"/>
                  <a:pt x="55033" y="907441"/>
                  <a:pt x="101600" y="930301"/>
                </a:cubicBezTo>
                <a:cubicBezTo>
                  <a:pt x="148167" y="953161"/>
                  <a:pt x="215900" y="1190228"/>
                  <a:pt x="279400" y="1174141"/>
                </a:cubicBezTo>
                <a:cubicBezTo>
                  <a:pt x="342900" y="1158054"/>
                  <a:pt x="421640" y="873574"/>
                  <a:pt x="482600" y="833781"/>
                </a:cubicBezTo>
                <a:cubicBezTo>
                  <a:pt x="543560" y="793988"/>
                  <a:pt x="581660" y="998034"/>
                  <a:pt x="645160" y="935381"/>
                </a:cubicBezTo>
                <a:cubicBezTo>
                  <a:pt x="708660" y="872728"/>
                  <a:pt x="803487" y="525594"/>
                  <a:pt x="863600" y="457861"/>
                </a:cubicBezTo>
                <a:cubicBezTo>
                  <a:pt x="923713" y="390128"/>
                  <a:pt x="944880" y="589094"/>
                  <a:pt x="1005840" y="528981"/>
                </a:cubicBezTo>
                <a:cubicBezTo>
                  <a:pt x="1066800" y="468868"/>
                  <a:pt x="1162473" y="142901"/>
                  <a:pt x="1229360" y="97181"/>
                </a:cubicBezTo>
                <a:cubicBezTo>
                  <a:pt x="1296247" y="51461"/>
                  <a:pt x="1347047" y="270748"/>
                  <a:pt x="1407160" y="254661"/>
                </a:cubicBezTo>
                <a:cubicBezTo>
                  <a:pt x="1467273" y="238574"/>
                  <a:pt x="1524000" y="-14579"/>
                  <a:pt x="1590040" y="661"/>
                </a:cubicBezTo>
                <a:cubicBezTo>
                  <a:pt x="1656080" y="15901"/>
                  <a:pt x="1744133" y="304614"/>
                  <a:pt x="1803400" y="346101"/>
                </a:cubicBezTo>
                <a:cubicBezTo>
                  <a:pt x="1862667" y="387588"/>
                  <a:pt x="1883833" y="186928"/>
                  <a:pt x="1945640" y="249581"/>
                </a:cubicBezTo>
                <a:cubicBezTo>
                  <a:pt x="2007447" y="312234"/>
                  <a:pt x="2113280" y="654288"/>
                  <a:pt x="2174240" y="722021"/>
                </a:cubicBezTo>
                <a:cubicBezTo>
                  <a:pt x="2235200" y="789754"/>
                  <a:pt x="2256367" y="600948"/>
                  <a:pt x="2311400" y="655981"/>
                </a:cubicBezTo>
                <a:cubicBezTo>
                  <a:pt x="2366433" y="711014"/>
                  <a:pt x="2458720" y="983641"/>
                  <a:pt x="2504440" y="1052221"/>
                </a:cubicBezTo>
                <a:cubicBezTo>
                  <a:pt x="2550160" y="1120801"/>
                  <a:pt x="2567940" y="1094131"/>
                  <a:pt x="2585720" y="1067461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85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069 L 0.01536 0.00162 C 0.0151 -0.1051 0.01497 -0.21181 0.01484 -0.31852 " pathEditMode="relative" ptsTypes="AAA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1.11111E-6 L 0.03867 -0.00093 L 0.03867 -0.4088 " pathEditMode="relative" ptsTypes="AAA">
                                      <p:cBhvr>
                                        <p:cTn id="18" dur="2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0023 L 0.05899 0.00115 L 0.05899 -0.49584 " pathEditMode="relative" ptsTypes="AAA">
                                      <p:cBhvr>
                                        <p:cTn id="20" dur="2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" grpId="0" animBg="1"/>
      <p:bldP spid="18" grpId="0" animBg="1"/>
      <p:bldP spid="188" grpId="0" animBg="1"/>
      <p:bldP spid="18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lowchart: Data 95">
            <a:extLst>
              <a:ext uri="{FF2B5EF4-FFF2-40B4-BE49-F238E27FC236}">
                <a16:creationId xmlns:a16="http://schemas.microsoft.com/office/drawing/2014/main" id="{195A97A4-F5D0-4093-8BCD-685F338F0CA8}"/>
              </a:ext>
            </a:extLst>
          </p:cNvPr>
          <p:cNvSpPr/>
          <p:nvPr/>
        </p:nvSpPr>
        <p:spPr>
          <a:xfrm>
            <a:off x="294077" y="3593724"/>
            <a:ext cx="8790940" cy="3007139"/>
          </a:xfrm>
          <a:prstGeom prst="flowChartInputOutput">
            <a:avLst/>
          </a:prstGeom>
          <a:solidFill>
            <a:srgbClr val="009EC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696E758-751B-42D8-AB0E-C128CCC0342D}"/>
              </a:ext>
            </a:extLst>
          </p:cNvPr>
          <p:cNvGrpSpPr/>
          <p:nvPr/>
        </p:nvGrpSpPr>
        <p:grpSpPr>
          <a:xfrm>
            <a:off x="1194609" y="5485253"/>
            <a:ext cx="1260277" cy="1010392"/>
            <a:chOff x="1194609" y="5485253"/>
            <a:chExt cx="1260277" cy="10103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2CDBFD7-921B-4EC5-AAAC-9F68AFBA0185}"/>
                </a:ext>
              </a:extLst>
            </p:cNvPr>
            <p:cNvGrpSpPr/>
            <p:nvPr/>
          </p:nvGrpSpPr>
          <p:grpSpPr>
            <a:xfrm>
              <a:off x="1252680" y="5485253"/>
              <a:ext cx="1144135" cy="310813"/>
              <a:chOff x="1801039" y="2626926"/>
              <a:chExt cx="880274" cy="310813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C27BFF4-5E52-4A80-AC6B-C2026C4B3A73}"/>
                  </a:ext>
                </a:extLst>
              </p:cNvPr>
              <p:cNvSpPr/>
              <p:nvPr/>
            </p:nvSpPr>
            <p:spPr>
              <a:xfrm>
                <a:off x="1811678" y="2674052"/>
                <a:ext cx="860165" cy="216365"/>
              </a:xfrm>
              <a:custGeom>
                <a:avLst/>
                <a:gdLst>
                  <a:gd name="connsiteX0" fmla="*/ 0 w 804285"/>
                  <a:gd name="connsiteY0" fmla="*/ 0 h 152865"/>
                  <a:gd name="connsiteX1" fmla="*/ 804285 w 804285"/>
                  <a:gd name="connsiteY1" fmla="*/ 0 h 152865"/>
                  <a:gd name="connsiteX2" fmla="*/ 804285 w 804285"/>
                  <a:gd name="connsiteY2" fmla="*/ 152865 h 152865"/>
                  <a:gd name="connsiteX3" fmla="*/ 0 w 804285"/>
                  <a:gd name="connsiteY3" fmla="*/ 152865 h 152865"/>
                  <a:gd name="connsiteX4" fmla="*/ 0 w 804285"/>
                  <a:gd name="connsiteY4" fmla="*/ 0 h 152865"/>
                  <a:gd name="connsiteX0" fmla="*/ 55880 w 860165"/>
                  <a:gd name="connsiteY0" fmla="*/ 0 h 858985"/>
                  <a:gd name="connsiteX1" fmla="*/ 860165 w 860165"/>
                  <a:gd name="connsiteY1" fmla="*/ 0 h 858985"/>
                  <a:gd name="connsiteX2" fmla="*/ 860165 w 860165"/>
                  <a:gd name="connsiteY2" fmla="*/ 152865 h 858985"/>
                  <a:gd name="connsiteX3" fmla="*/ 0 w 860165"/>
                  <a:gd name="connsiteY3" fmla="*/ 858985 h 858985"/>
                  <a:gd name="connsiteX4" fmla="*/ 55880 w 860165"/>
                  <a:gd name="connsiteY4" fmla="*/ 0 h 858985"/>
                  <a:gd name="connsiteX0" fmla="*/ 55880 w 860165"/>
                  <a:gd name="connsiteY0" fmla="*/ 0 h 884385"/>
                  <a:gd name="connsiteX1" fmla="*/ 860165 w 860165"/>
                  <a:gd name="connsiteY1" fmla="*/ 0 h 884385"/>
                  <a:gd name="connsiteX2" fmla="*/ 844925 w 860165"/>
                  <a:gd name="connsiteY2" fmla="*/ 884385 h 884385"/>
                  <a:gd name="connsiteX3" fmla="*/ 0 w 860165"/>
                  <a:gd name="connsiteY3" fmla="*/ 858985 h 884385"/>
                  <a:gd name="connsiteX4" fmla="*/ 55880 w 860165"/>
                  <a:gd name="connsiteY4" fmla="*/ 0 h 884385"/>
                  <a:gd name="connsiteX0" fmla="*/ 63500 w 867785"/>
                  <a:gd name="connsiteY0" fmla="*/ 0 h 884385"/>
                  <a:gd name="connsiteX1" fmla="*/ 867785 w 867785"/>
                  <a:gd name="connsiteY1" fmla="*/ 0 h 884385"/>
                  <a:gd name="connsiteX2" fmla="*/ 852545 w 867785"/>
                  <a:gd name="connsiteY2" fmla="*/ 884385 h 884385"/>
                  <a:gd name="connsiteX3" fmla="*/ 0 w 867785"/>
                  <a:gd name="connsiteY3" fmla="*/ 874225 h 884385"/>
                  <a:gd name="connsiteX4" fmla="*/ 63500 w 867785"/>
                  <a:gd name="connsiteY4" fmla="*/ 0 h 884385"/>
                  <a:gd name="connsiteX0" fmla="*/ 63500 w 867785"/>
                  <a:gd name="connsiteY0" fmla="*/ 0 h 879305"/>
                  <a:gd name="connsiteX1" fmla="*/ 867785 w 867785"/>
                  <a:gd name="connsiteY1" fmla="*/ 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74745 w 867785"/>
                  <a:gd name="connsiteY1" fmla="*/ 469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545205 w 867785"/>
                  <a:gd name="connsiteY1" fmla="*/ 596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46805 w 867785"/>
                  <a:gd name="connsiteY1" fmla="*/ 65786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233680 w 867785"/>
                  <a:gd name="connsiteY0" fmla="*/ 0 h 226525"/>
                  <a:gd name="connsiteX1" fmla="*/ 646805 w 867785"/>
                  <a:gd name="connsiteY1" fmla="*/ 5080 h 226525"/>
                  <a:gd name="connsiteX2" fmla="*/ 867785 w 867785"/>
                  <a:gd name="connsiteY2" fmla="*/ 226525 h 226525"/>
                  <a:gd name="connsiteX3" fmla="*/ 0 w 867785"/>
                  <a:gd name="connsiteY3" fmla="*/ 221445 h 226525"/>
                  <a:gd name="connsiteX4" fmla="*/ 233680 w 867785"/>
                  <a:gd name="connsiteY4" fmla="*/ 0 h 226525"/>
                  <a:gd name="connsiteX0" fmla="*/ 226060 w 867785"/>
                  <a:gd name="connsiteY0" fmla="*/ 3302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26060 w 867785"/>
                  <a:gd name="connsiteY4" fmla="*/ 33020 h 221445"/>
                  <a:gd name="connsiteX0" fmla="*/ 215900 w 867785"/>
                  <a:gd name="connsiteY0" fmla="*/ 254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15900 w 867785"/>
                  <a:gd name="connsiteY4" fmla="*/ 2540 h 221445"/>
                  <a:gd name="connsiteX0" fmla="*/ 215900 w 860165"/>
                  <a:gd name="connsiteY0" fmla="*/ 2540 h 216365"/>
                  <a:gd name="connsiteX1" fmla="*/ 646805 w 860165"/>
                  <a:gd name="connsiteY1" fmla="*/ 0 h 216365"/>
                  <a:gd name="connsiteX2" fmla="*/ 860165 w 860165"/>
                  <a:gd name="connsiteY2" fmla="*/ 216365 h 216365"/>
                  <a:gd name="connsiteX3" fmla="*/ 0 w 860165"/>
                  <a:gd name="connsiteY3" fmla="*/ 216365 h 216365"/>
                  <a:gd name="connsiteX4" fmla="*/ 215900 w 860165"/>
                  <a:gd name="connsiteY4" fmla="*/ 2540 h 21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65" h="216365">
                    <a:moveTo>
                      <a:pt x="215900" y="2540"/>
                    </a:moveTo>
                    <a:lnTo>
                      <a:pt x="646805" y="0"/>
                    </a:lnTo>
                    <a:lnTo>
                      <a:pt x="860165" y="216365"/>
                    </a:lnTo>
                    <a:lnTo>
                      <a:pt x="0" y="216365"/>
                    </a:lnTo>
                    <a:lnTo>
                      <a:pt x="215900" y="25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4DB59484-D80F-44D1-AA77-8C185AE3EF85}"/>
                  </a:ext>
                </a:extLst>
              </p:cNvPr>
              <p:cNvGrpSpPr/>
              <p:nvPr/>
            </p:nvGrpSpPr>
            <p:grpSpPr>
              <a:xfrm>
                <a:off x="1801039" y="2626926"/>
                <a:ext cx="880274" cy="310813"/>
                <a:chOff x="1484487" y="2160412"/>
                <a:chExt cx="1954171" cy="689991"/>
              </a:xfrm>
            </p:grpSpPr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80E631EC-17E5-48BC-9118-F2CCE7149640}"/>
                    </a:ext>
                  </a:extLst>
                </p:cNvPr>
                <p:cNvGrpSpPr/>
                <p:nvPr/>
              </p:nvGrpSpPr>
              <p:grpSpPr>
                <a:xfrm>
                  <a:off x="1489663" y="2752601"/>
                  <a:ext cx="1944888" cy="97802"/>
                  <a:chOff x="1489663" y="2752601"/>
                  <a:chExt cx="1944888" cy="97802"/>
                </a:xfrm>
              </p:grpSpPr>
              <p:sp>
                <p:nvSpPr>
                  <p:cNvPr id="272" name="Rectangle 271">
                    <a:extLst>
                      <a:ext uri="{FF2B5EF4-FFF2-40B4-BE49-F238E27FC236}">
                        <a16:creationId xmlns:a16="http://schemas.microsoft.com/office/drawing/2014/main" id="{D5537E3F-04B4-4B55-84A5-A4D9215C2847}"/>
                      </a:ext>
                    </a:extLst>
                  </p:cNvPr>
                  <p:cNvSpPr/>
                  <p:nvPr/>
                </p:nvSpPr>
                <p:spPr>
                  <a:xfrm>
                    <a:off x="148966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46CFA523-08F4-4597-A35F-8EACBD935A31}"/>
                      </a:ext>
                    </a:extLst>
                  </p:cNvPr>
                  <p:cNvSpPr/>
                  <p:nvPr/>
                </p:nvSpPr>
                <p:spPr>
                  <a:xfrm>
                    <a:off x="1814877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BCA60808-10EB-4327-BB2C-AA0B360B0F31}"/>
                      </a:ext>
                    </a:extLst>
                  </p:cNvPr>
                  <p:cNvSpPr/>
                  <p:nvPr/>
                </p:nvSpPr>
                <p:spPr>
                  <a:xfrm>
                    <a:off x="2140091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67B893FE-E75B-4793-9332-79510ADC32B1}"/>
                      </a:ext>
                    </a:extLst>
                  </p:cNvPr>
                  <p:cNvSpPr/>
                  <p:nvPr/>
                </p:nvSpPr>
                <p:spPr>
                  <a:xfrm>
                    <a:off x="2465305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A9465BC9-6DEA-47A3-92C4-C57043E7CBF6}"/>
                      </a:ext>
                    </a:extLst>
                  </p:cNvPr>
                  <p:cNvSpPr/>
                  <p:nvPr/>
                </p:nvSpPr>
                <p:spPr>
                  <a:xfrm>
                    <a:off x="2790519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2AFC3999-8638-4A50-ADC5-5F06D5898F88}"/>
                      </a:ext>
                    </a:extLst>
                  </p:cNvPr>
                  <p:cNvSpPr/>
                  <p:nvPr/>
                </p:nvSpPr>
                <p:spPr>
                  <a:xfrm>
                    <a:off x="311573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621C8736-A8C6-4E0B-A4BD-2A494D244878}"/>
                    </a:ext>
                  </a:extLst>
                </p:cNvPr>
                <p:cNvSpPr/>
                <p:nvPr/>
              </p:nvSpPr>
              <p:spPr>
                <a:xfrm>
                  <a:off x="1982993" y="2160412"/>
                  <a:ext cx="958229" cy="9780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461A5905-75B9-4477-ACA2-F53990098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4487" y="2258216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5E6FAC4F-EDF0-40A5-996E-FD84C489D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4097" y="2253912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C178B7B8-45F2-4A47-93FE-9C7C61D731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62461" y="2256062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7C839B02-DA32-4F8F-9360-3EA1E3BB1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8832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245633AD-6EEC-4E85-9CE6-1807E774DC26}"/>
                    </a:ext>
                  </a:extLst>
                </p:cNvPr>
                <p:cNvCxnSpPr>
                  <a:cxnSpLocks/>
                  <a:stCxn id="278" idx="2"/>
                  <a:endCxn id="275" idx="1"/>
                </p:cNvCxnSpPr>
                <p:nvPr/>
              </p:nvCxnSpPr>
              <p:spPr>
                <a:xfrm>
                  <a:off x="2462108" y="2258214"/>
                  <a:ext cx="3197" cy="5432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9AA5E3FF-F8E4-4820-88A2-C583FD643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13657" y="2256061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5DD54635-AD37-42D6-AE5C-38AA6645A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290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15A3500-C272-48FC-B1CC-DF46300F3606}"/>
                </a:ext>
              </a:extLst>
            </p:cNvPr>
            <p:cNvSpPr/>
            <p:nvPr/>
          </p:nvSpPr>
          <p:spPr>
            <a:xfrm>
              <a:off x="1297092" y="5801146"/>
              <a:ext cx="1055310" cy="645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FFCE538C-D5B4-43AF-AD60-71C5D0D394F8}"/>
                </a:ext>
              </a:extLst>
            </p:cNvPr>
            <p:cNvSpPr/>
            <p:nvPr/>
          </p:nvSpPr>
          <p:spPr>
            <a:xfrm>
              <a:off x="1194609" y="6446509"/>
              <a:ext cx="1260277" cy="4913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8" name="Freeform: Shape 387">
            <a:extLst>
              <a:ext uri="{FF2B5EF4-FFF2-40B4-BE49-F238E27FC236}">
                <a16:creationId xmlns:a16="http://schemas.microsoft.com/office/drawing/2014/main" id="{3FC20F76-649A-441B-BC6A-1C1A104CBDF9}"/>
              </a:ext>
            </a:extLst>
          </p:cNvPr>
          <p:cNvSpPr/>
          <p:nvPr/>
        </p:nvSpPr>
        <p:spPr>
          <a:xfrm>
            <a:off x="1306247" y="5806855"/>
            <a:ext cx="584763" cy="634574"/>
          </a:xfrm>
          <a:custGeom>
            <a:avLst/>
            <a:gdLst>
              <a:gd name="connsiteX0" fmla="*/ 0 w 700769"/>
              <a:gd name="connsiteY0" fmla="*/ 0 h 720089"/>
              <a:gd name="connsiteX1" fmla="*/ 617148 w 700769"/>
              <a:gd name="connsiteY1" fmla="*/ 0 h 720089"/>
              <a:gd name="connsiteX2" fmla="*/ 617148 w 700769"/>
              <a:gd name="connsiteY2" fmla="*/ 45719 h 720089"/>
              <a:gd name="connsiteX3" fmla="*/ 609002 w 700769"/>
              <a:gd name="connsiteY3" fmla="*/ 45719 h 720089"/>
              <a:gd name="connsiteX4" fmla="*/ 527800 w 700769"/>
              <a:gd name="connsiteY4" fmla="*/ 139182 h 720089"/>
              <a:gd name="connsiteX5" fmla="*/ 641882 w 700769"/>
              <a:gd name="connsiteY5" fmla="*/ 233829 h 720089"/>
              <a:gd name="connsiteX6" fmla="*/ 531950 w 700769"/>
              <a:gd name="connsiteY6" fmla="*/ 284907 h 720089"/>
              <a:gd name="connsiteX7" fmla="*/ 639480 w 700769"/>
              <a:gd name="connsiteY7" fmla="*/ 331842 h 720089"/>
              <a:gd name="connsiteX8" fmla="*/ 574676 w 700769"/>
              <a:gd name="connsiteY8" fmla="*/ 412940 h 720089"/>
              <a:gd name="connsiteX9" fmla="*/ 634028 w 700769"/>
              <a:gd name="connsiteY9" fmla="*/ 438846 h 720089"/>
              <a:gd name="connsiteX10" fmla="*/ 560727 w 700769"/>
              <a:gd name="connsiteY10" fmla="*/ 471268 h 720089"/>
              <a:gd name="connsiteX11" fmla="*/ 653079 w 700769"/>
              <a:gd name="connsiteY11" fmla="*/ 542822 h 720089"/>
              <a:gd name="connsiteX12" fmla="*/ 586812 w 700769"/>
              <a:gd name="connsiteY12" fmla="*/ 585245 h 720089"/>
              <a:gd name="connsiteX13" fmla="*/ 700769 w 700769"/>
              <a:gd name="connsiteY13" fmla="*/ 633471 h 720089"/>
              <a:gd name="connsiteX14" fmla="*/ 592508 w 700769"/>
              <a:gd name="connsiteY14" fmla="*/ 699919 h 720089"/>
              <a:gd name="connsiteX15" fmla="*/ 592508 w 700769"/>
              <a:gd name="connsiteY15" fmla="*/ 720089 h 720089"/>
              <a:gd name="connsiteX16" fmla="*/ 1 w 700769"/>
              <a:gd name="connsiteY16" fmla="*/ 720089 h 720089"/>
              <a:gd name="connsiteX17" fmla="*/ 1 w 700769"/>
              <a:gd name="connsiteY17" fmla="*/ 702439 h 720089"/>
              <a:gd name="connsiteX18" fmla="*/ 1 w 700769"/>
              <a:gd name="connsiteY18" fmla="*/ 608964 h 720089"/>
              <a:gd name="connsiteX19" fmla="*/ 1 w 700769"/>
              <a:gd name="connsiteY19" fmla="*/ 45719 h 720089"/>
              <a:gd name="connsiteX20" fmla="*/ 0 w 700769"/>
              <a:gd name="connsiteY20" fmla="*/ 45719 h 72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00769" h="720089">
                <a:moveTo>
                  <a:pt x="0" y="0"/>
                </a:moveTo>
                <a:lnTo>
                  <a:pt x="617148" y="0"/>
                </a:lnTo>
                <a:lnTo>
                  <a:pt x="617148" y="45719"/>
                </a:lnTo>
                <a:lnTo>
                  <a:pt x="609002" y="45719"/>
                </a:lnTo>
                <a:lnTo>
                  <a:pt x="527800" y="139182"/>
                </a:lnTo>
                <a:lnTo>
                  <a:pt x="641882" y="233829"/>
                </a:lnTo>
                <a:lnTo>
                  <a:pt x="531950" y="284907"/>
                </a:lnTo>
                <a:lnTo>
                  <a:pt x="639480" y="331842"/>
                </a:lnTo>
                <a:lnTo>
                  <a:pt x="574676" y="412940"/>
                </a:lnTo>
                <a:lnTo>
                  <a:pt x="634028" y="438846"/>
                </a:lnTo>
                <a:lnTo>
                  <a:pt x="560727" y="471268"/>
                </a:lnTo>
                <a:lnTo>
                  <a:pt x="653079" y="542822"/>
                </a:lnTo>
                <a:lnTo>
                  <a:pt x="586812" y="585245"/>
                </a:lnTo>
                <a:lnTo>
                  <a:pt x="700769" y="633471"/>
                </a:lnTo>
                <a:lnTo>
                  <a:pt x="592508" y="699919"/>
                </a:lnTo>
                <a:lnTo>
                  <a:pt x="592508" y="720089"/>
                </a:lnTo>
                <a:lnTo>
                  <a:pt x="1" y="720089"/>
                </a:lnTo>
                <a:lnTo>
                  <a:pt x="1" y="702439"/>
                </a:lnTo>
                <a:lnTo>
                  <a:pt x="1" y="608964"/>
                </a:lnTo>
                <a:lnTo>
                  <a:pt x="1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2D50AA9A-2650-4A67-8951-ED2822AC355E}"/>
              </a:ext>
            </a:extLst>
          </p:cNvPr>
          <p:cNvSpPr/>
          <p:nvPr/>
        </p:nvSpPr>
        <p:spPr>
          <a:xfrm>
            <a:off x="3878087" y="5335136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623B2873-F9D3-4A24-92C4-F4098E2E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57336" y="4402298"/>
            <a:ext cx="831023" cy="434811"/>
          </a:xfrm>
          <a:prstGeom prst="rect">
            <a:avLst/>
          </a:prstGeom>
        </p:spPr>
      </p:pic>
      <p:sp>
        <p:nvSpPr>
          <p:cNvPr id="85" name="Flowchart: Data 84">
            <a:extLst>
              <a:ext uri="{FF2B5EF4-FFF2-40B4-BE49-F238E27FC236}">
                <a16:creationId xmlns:a16="http://schemas.microsoft.com/office/drawing/2014/main" id="{C09546A0-A9B5-4151-8134-2CA81A65B05A}"/>
              </a:ext>
            </a:extLst>
          </p:cNvPr>
          <p:cNvSpPr/>
          <p:nvPr/>
        </p:nvSpPr>
        <p:spPr>
          <a:xfrm>
            <a:off x="6556376" y="2424806"/>
            <a:ext cx="3226676" cy="1025866"/>
          </a:xfrm>
          <a:prstGeom prst="flowChartInputOutpu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lowchart: Data 83">
            <a:extLst>
              <a:ext uri="{FF2B5EF4-FFF2-40B4-BE49-F238E27FC236}">
                <a16:creationId xmlns:a16="http://schemas.microsoft.com/office/drawing/2014/main" id="{A55C9B1D-1CAE-4C1E-9B47-62A8E3BEBC09}"/>
              </a:ext>
            </a:extLst>
          </p:cNvPr>
          <p:cNvSpPr/>
          <p:nvPr/>
        </p:nvSpPr>
        <p:spPr>
          <a:xfrm>
            <a:off x="7266881" y="1202473"/>
            <a:ext cx="3226676" cy="1006840"/>
          </a:xfrm>
          <a:prstGeom prst="flowChartInputOutpu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EAC6D-47A7-42A0-B7F5-DBBD0B0A4107}"/>
              </a:ext>
            </a:extLst>
          </p:cNvPr>
          <p:cNvSpPr txBox="1"/>
          <p:nvPr/>
        </p:nvSpPr>
        <p:spPr>
          <a:xfrm>
            <a:off x="310718" y="292963"/>
            <a:ext cx="5273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Power Quality of EV Fast Charging Station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sp>
        <p:nvSpPr>
          <p:cNvPr id="25" name="文本框 53">
            <a:extLst>
              <a:ext uri="{FF2B5EF4-FFF2-40B4-BE49-F238E27FC236}">
                <a16:creationId xmlns:a16="http://schemas.microsoft.com/office/drawing/2014/main" id="{EC91A1EC-A2E9-4F20-AD1E-9F4652C328AE}"/>
              </a:ext>
            </a:extLst>
          </p:cNvPr>
          <p:cNvSpPr txBox="1"/>
          <p:nvPr/>
        </p:nvSpPr>
        <p:spPr>
          <a:xfrm>
            <a:off x="7266881" y="1300332"/>
            <a:ext cx="1290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MV Substation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78363DA-3B2A-45C6-9FF4-F5391EF9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3952" y="1334145"/>
            <a:ext cx="852671" cy="25866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D1AF51A-8D3F-4357-AB35-0C040757A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2165" y="1469788"/>
            <a:ext cx="854483" cy="259213"/>
          </a:xfrm>
          <a:prstGeom prst="rect">
            <a:avLst/>
          </a:prstGeom>
        </p:spPr>
      </p:pic>
      <p:sp>
        <p:nvSpPr>
          <p:cNvPr id="28" name="文本框 53">
            <a:extLst>
              <a:ext uri="{FF2B5EF4-FFF2-40B4-BE49-F238E27FC236}">
                <a16:creationId xmlns:a16="http://schemas.microsoft.com/office/drawing/2014/main" id="{334A98CF-FF6D-4F9D-9E8E-F691FE7B7FF2}"/>
              </a:ext>
            </a:extLst>
          </p:cNvPr>
          <p:cNvSpPr txBox="1"/>
          <p:nvPr/>
        </p:nvSpPr>
        <p:spPr>
          <a:xfrm>
            <a:off x="8171621" y="1923534"/>
            <a:ext cx="1774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Transmission Grid</a:t>
            </a:r>
            <a:endParaRPr lang="zh-CN" altLang="en-US" sz="1400" dirty="0">
              <a:latin typeface="Futura" pitchFamily="50" charset="0"/>
            </a:endParaRPr>
          </a:p>
        </p:txBody>
      </p:sp>
      <p:sp>
        <p:nvSpPr>
          <p:cNvPr id="29" name="文本框 53">
            <a:extLst>
              <a:ext uri="{FF2B5EF4-FFF2-40B4-BE49-F238E27FC236}">
                <a16:creationId xmlns:a16="http://schemas.microsoft.com/office/drawing/2014/main" id="{196AA526-C417-4BAB-ABBF-5E35D26B0443}"/>
              </a:ext>
            </a:extLst>
          </p:cNvPr>
          <p:cNvSpPr txBox="1"/>
          <p:nvPr/>
        </p:nvSpPr>
        <p:spPr>
          <a:xfrm>
            <a:off x="7659965" y="2411337"/>
            <a:ext cx="223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MV Distribution Grid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154211A-FA0B-4BE0-BD0D-ED4E2EC4A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356327" y="2827296"/>
            <a:ext cx="1219256" cy="157500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7990DC5-7399-4044-BA2E-89CF4FF889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5900" y="2729493"/>
            <a:ext cx="226339" cy="66015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840B677-5F33-4389-84AD-CA5BBF552E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5821" y="2444849"/>
            <a:ext cx="1372956" cy="42119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2D36251-1854-4919-8118-B169E55965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202633" y="1728416"/>
            <a:ext cx="358791" cy="748572"/>
          </a:xfrm>
          <a:prstGeom prst="rect">
            <a:avLst/>
          </a:prstGeom>
        </p:spPr>
      </p:pic>
      <p:sp>
        <p:nvSpPr>
          <p:cNvPr id="39" name="文本框 53">
            <a:extLst>
              <a:ext uri="{FF2B5EF4-FFF2-40B4-BE49-F238E27FC236}">
                <a16:creationId xmlns:a16="http://schemas.microsoft.com/office/drawing/2014/main" id="{6567949A-7AEC-4DA7-905A-9A8310C1C072}"/>
              </a:ext>
            </a:extLst>
          </p:cNvPr>
          <p:cNvSpPr txBox="1"/>
          <p:nvPr/>
        </p:nvSpPr>
        <p:spPr>
          <a:xfrm>
            <a:off x="6007675" y="5660797"/>
            <a:ext cx="96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LV AC bus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A5812D-1FFC-4D03-8289-CA74FB094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875969" flipH="1">
            <a:off x="8696606" y="1147591"/>
            <a:ext cx="496128" cy="15050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55F0D45-4199-491A-9775-FD0BB021F9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57796" flipH="1">
            <a:off x="8697509" y="1274140"/>
            <a:ext cx="496128" cy="15050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6666DED-1C3C-4B04-8D4D-DB42BE2C9C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83764" y="1096681"/>
            <a:ext cx="300521" cy="88486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D0F1E8A-CF01-4B63-AFCD-BA9A1457F6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7513149" y="1553009"/>
            <a:ext cx="670427" cy="52860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FDADF0F-2DF6-465E-BB2A-AE8EC568813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16018" y="4268772"/>
            <a:ext cx="642972" cy="40575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CC59920-7942-4A0F-8CF4-53AAA1B597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7494" y="2330992"/>
            <a:ext cx="226339" cy="660156"/>
          </a:xfrm>
          <a:prstGeom prst="rect">
            <a:avLst/>
          </a:prstGeom>
        </p:spPr>
      </p:pic>
      <p:sp>
        <p:nvSpPr>
          <p:cNvPr id="87" name="文本框 53">
            <a:extLst>
              <a:ext uri="{FF2B5EF4-FFF2-40B4-BE49-F238E27FC236}">
                <a16:creationId xmlns:a16="http://schemas.microsoft.com/office/drawing/2014/main" id="{99DC6067-B120-486A-A66C-C91EA35178B7}"/>
              </a:ext>
            </a:extLst>
          </p:cNvPr>
          <p:cNvSpPr txBox="1"/>
          <p:nvPr/>
        </p:nvSpPr>
        <p:spPr>
          <a:xfrm>
            <a:off x="6418585" y="3927980"/>
            <a:ext cx="1568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FCS Transformer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111" name="文本框 53">
            <a:extLst>
              <a:ext uri="{FF2B5EF4-FFF2-40B4-BE49-F238E27FC236}">
                <a16:creationId xmlns:a16="http://schemas.microsoft.com/office/drawing/2014/main" id="{BE13090D-4C48-40B1-AA22-7CF899F3BB13}"/>
              </a:ext>
            </a:extLst>
          </p:cNvPr>
          <p:cNvSpPr txBox="1"/>
          <p:nvPr/>
        </p:nvSpPr>
        <p:spPr>
          <a:xfrm>
            <a:off x="1974286" y="3614797"/>
            <a:ext cx="2447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5F63A5E6-EB6E-401B-8D89-599B13473B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05475" y="4263403"/>
            <a:ext cx="875099" cy="341502"/>
          </a:xfrm>
          <a:prstGeom prst="rect">
            <a:avLst/>
          </a:prstGeom>
          <a:effectLst/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5384C37-0967-4E8F-B979-6EC0DE2BDA77}"/>
              </a:ext>
            </a:extLst>
          </p:cNvPr>
          <p:cNvCxnSpPr>
            <a:cxnSpLocks/>
          </p:cNvCxnSpPr>
          <p:nvPr/>
        </p:nvCxnSpPr>
        <p:spPr>
          <a:xfrm>
            <a:off x="4805326" y="4263403"/>
            <a:ext cx="741796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6410BC6-28F2-421B-9DA8-610BAF4B96F4}"/>
              </a:ext>
            </a:extLst>
          </p:cNvPr>
          <p:cNvCxnSpPr>
            <a:cxnSpLocks/>
          </p:cNvCxnSpPr>
          <p:nvPr/>
        </p:nvCxnSpPr>
        <p:spPr>
          <a:xfrm>
            <a:off x="4651978" y="4880612"/>
            <a:ext cx="1463779" cy="1720"/>
          </a:xfrm>
          <a:prstGeom prst="line">
            <a:avLst/>
          </a:prstGeom>
          <a:ln w="25400" cap="rnd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AE535354-F2C9-469A-868A-A9C0F7F71595}"/>
              </a:ext>
            </a:extLst>
          </p:cNvPr>
          <p:cNvSpPr/>
          <p:nvPr/>
        </p:nvSpPr>
        <p:spPr>
          <a:xfrm>
            <a:off x="4225618" y="4152919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91A7BCC-846D-4249-B522-E0E9DCD2A825}"/>
              </a:ext>
            </a:extLst>
          </p:cNvPr>
          <p:cNvSpPr/>
          <p:nvPr/>
        </p:nvSpPr>
        <p:spPr>
          <a:xfrm>
            <a:off x="4494390" y="4052654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189FFF3-7C36-456A-ABBF-EC1EA4C75A25}"/>
              </a:ext>
            </a:extLst>
          </p:cNvPr>
          <p:cNvSpPr/>
          <p:nvPr/>
        </p:nvSpPr>
        <p:spPr>
          <a:xfrm>
            <a:off x="4458830" y="4466196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75BB937-6AA0-4986-AEB1-2B05D231E0CB}"/>
              </a:ext>
            </a:extLst>
          </p:cNvPr>
          <p:cNvGrpSpPr/>
          <p:nvPr/>
        </p:nvGrpSpPr>
        <p:grpSpPr>
          <a:xfrm>
            <a:off x="4615073" y="4266878"/>
            <a:ext cx="83752" cy="135420"/>
            <a:chOff x="5379719" y="2305749"/>
            <a:chExt cx="204336" cy="37042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9771E3C-C004-4C57-9F6F-CACD33DC0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68B8E9-C6CC-42A2-B71E-79114B17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4804D2-7D08-420F-8A7A-5F177FD3B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31AE932-578A-4EBF-A2A8-6AE61130299D}"/>
              </a:ext>
            </a:extLst>
          </p:cNvPr>
          <p:cNvSpPr/>
          <p:nvPr/>
        </p:nvSpPr>
        <p:spPr>
          <a:xfrm>
            <a:off x="4539622" y="4081885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8" name="Afbeelding 8" descr="TUDelft_LogoZWART.eps">
            <a:extLst>
              <a:ext uri="{FF2B5EF4-FFF2-40B4-BE49-F238E27FC236}">
                <a16:creationId xmlns:a16="http://schemas.microsoft.com/office/drawing/2014/main" id="{2B8669DE-94E3-4051-8958-8CF26D913A0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3557" y="6146923"/>
            <a:ext cx="1408419" cy="549284"/>
          </a:xfrm>
          <a:prstGeom prst="rect">
            <a:avLst/>
          </a:prstGeom>
        </p:spPr>
      </p:pic>
      <p:pic>
        <p:nvPicPr>
          <p:cNvPr id="139" name="Picture 4" descr="http://www.ewi.tudelft.nl/uploads/RTEmagicC_a26c6a4667.png.png">
            <a:extLst>
              <a:ext uri="{FF2B5EF4-FFF2-40B4-BE49-F238E27FC236}">
                <a16:creationId xmlns:a16="http://schemas.microsoft.com/office/drawing/2014/main" id="{A3C0C412-63FE-4BD9-BBB0-29048BD9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735" y="6205188"/>
            <a:ext cx="1072372" cy="59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4F18ACF3-DA86-4E99-B242-7DA2F3893FF4}"/>
              </a:ext>
            </a:extLst>
          </p:cNvPr>
          <p:cNvSpPr/>
          <p:nvPr/>
        </p:nvSpPr>
        <p:spPr>
          <a:xfrm>
            <a:off x="4318673" y="4668107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F02B5B3-C818-48F9-878B-5DCE38202405}"/>
              </a:ext>
            </a:extLst>
          </p:cNvPr>
          <p:cNvSpPr/>
          <p:nvPr/>
        </p:nvSpPr>
        <p:spPr>
          <a:xfrm>
            <a:off x="4283113" y="5081649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0D7ED05-6E45-44A1-B734-9CF53419E964}"/>
              </a:ext>
            </a:extLst>
          </p:cNvPr>
          <p:cNvGrpSpPr/>
          <p:nvPr/>
        </p:nvGrpSpPr>
        <p:grpSpPr>
          <a:xfrm>
            <a:off x="4439356" y="4882331"/>
            <a:ext cx="83752" cy="135420"/>
            <a:chOff x="5379719" y="2305749"/>
            <a:chExt cx="204336" cy="370428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7B479E-F24E-4692-B240-EE73588A1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8B7E85B-A0B1-4869-AF19-D78E07B97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53F5087-733E-48E2-BA70-9A9838F43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1E0BFA07-FBF5-453F-A66D-E94B074D950C}"/>
              </a:ext>
            </a:extLst>
          </p:cNvPr>
          <p:cNvSpPr/>
          <p:nvPr/>
        </p:nvSpPr>
        <p:spPr>
          <a:xfrm>
            <a:off x="4363905" y="4697338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8C4402C-CEEF-41BA-9B66-F39F066E2AEA}"/>
              </a:ext>
            </a:extLst>
          </p:cNvPr>
          <p:cNvCxnSpPr>
            <a:cxnSpLocks/>
          </p:cNvCxnSpPr>
          <p:nvPr/>
        </p:nvCxnSpPr>
        <p:spPr>
          <a:xfrm>
            <a:off x="4458830" y="5467290"/>
            <a:ext cx="2197947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18B49E6-E226-423E-82A7-A1903A093897}"/>
              </a:ext>
            </a:extLst>
          </p:cNvPr>
          <p:cNvSpPr/>
          <p:nvPr/>
        </p:nvSpPr>
        <p:spPr>
          <a:xfrm>
            <a:off x="4145074" y="5249662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B0AD7E3-AC9D-4E90-B7B7-0D76BD9CE0FB}"/>
              </a:ext>
            </a:extLst>
          </p:cNvPr>
          <p:cNvSpPr/>
          <p:nvPr/>
        </p:nvSpPr>
        <p:spPr>
          <a:xfrm>
            <a:off x="4109514" y="5663204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80CBC27-4D83-4BBC-9561-78F94CF9B8BC}"/>
              </a:ext>
            </a:extLst>
          </p:cNvPr>
          <p:cNvGrpSpPr/>
          <p:nvPr/>
        </p:nvGrpSpPr>
        <p:grpSpPr>
          <a:xfrm>
            <a:off x="4265757" y="5463886"/>
            <a:ext cx="83752" cy="135420"/>
            <a:chOff x="5379719" y="2305749"/>
            <a:chExt cx="204336" cy="370428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F2C5F22-F002-4882-A6D4-B6B0DA4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9FACD17-1DC8-433D-B96E-ACE9CCBC7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54A3460-6261-4DEA-8154-5585066D6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0F57C3E-F76D-4407-A105-4D8E145DDF1A}"/>
              </a:ext>
            </a:extLst>
          </p:cNvPr>
          <p:cNvCxnSpPr>
            <a:cxnSpLocks/>
          </p:cNvCxnSpPr>
          <p:nvPr/>
        </p:nvCxnSpPr>
        <p:spPr>
          <a:xfrm>
            <a:off x="2364761" y="6051825"/>
            <a:ext cx="4837872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4FCBF07-3252-45A6-9492-7D04E6BED7E2}"/>
              </a:ext>
            </a:extLst>
          </p:cNvPr>
          <p:cNvSpPr/>
          <p:nvPr/>
        </p:nvSpPr>
        <p:spPr>
          <a:xfrm>
            <a:off x="4190306" y="5278893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4B117A98-E4F8-4787-B1A6-BFBC8E8A9A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20095" y="4872118"/>
            <a:ext cx="875099" cy="341502"/>
          </a:xfrm>
          <a:prstGeom prst="rect">
            <a:avLst/>
          </a:prstGeom>
          <a:effectLst/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2451FB05-D1DA-4DA2-91FC-0FE03845C9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1649" y="5432133"/>
            <a:ext cx="875099" cy="341502"/>
          </a:xfrm>
          <a:prstGeom prst="rect">
            <a:avLst/>
          </a:prstGeom>
          <a:effectLst/>
        </p:spPr>
      </p:pic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D35D6180-C4D0-4B93-9C43-FE862D85D520}"/>
              </a:ext>
            </a:extLst>
          </p:cNvPr>
          <p:cNvSpPr/>
          <p:nvPr/>
        </p:nvSpPr>
        <p:spPr>
          <a:xfrm>
            <a:off x="9016050" y="3980585"/>
            <a:ext cx="2689992" cy="1886245"/>
          </a:xfrm>
          <a:prstGeom prst="roundRect">
            <a:avLst>
              <a:gd name="adj" fmla="val 567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E164EAF-F151-4727-9419-7B6A011CA310}"/>
              </a:ext>
            </a:extLst>
          </p:cNvPr>
          <p:cNvSpPr/>
          <p:nvPr/>
        </p:nvSpPr>
        <p:spPr>
          <a:xfrm>
            <a:off x="9128466" y="3980586"/>
            <a:ext cx="2118654" cy="16086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649ACF0-143B-4F54-B30A-016C517F1FC4}"/>
              </a:ext>
            </a:extLst>
          </p:cNvPr>
          <p:cNvGrpSpPr/>
          <p:nvPr/>
        </p:nvGrpSpPr>
        <p:grpSpPr>
          <a:xfrm>
            <a:off x="9017997" y="3984396"/>
            <a:ext cx="401703" cy="1604805"/>
            <a:chOff x="9017997" y="3984396"/>
            <a:chExt cx="401703" cy="1604805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79FC3878-87DE-4887-88D0-A6C80400A2C9}"/>
                </a:ext>
              </a:extLst>
            </p:cNvPr>
            <p:cNvSpPr/>
            <p:nvPr/>
          </p:nvSpPr>
          <p:spPr>
            <a:xfrm>
              <a:off x="9026712" y="3984396"/>
              <a:ext cx="392988" cy="1076850"/>
            </a:xfrm>
            <a:prstGeom prst="roundRect">
              <a:avLst>
                <a:gd name="adj" fmla="val 30240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BACB5D0-971E-40E4-9820-0CE472E37AE2}"/>
                </a:ext>
              </a:extLst>
            </p:cNvPr>
            <p:cNvSpPr/>
            <p:nvPr/>
          </p:nvSpPr>
          <p:spPr>
            <a:xfrm>
              <a:off x="9017997" y="4907921"/>
              <a:ext cx="227603" cy="6812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8" name="Oval 197">
            <a:extLst>
              <a:ext uri="{FF2B5EF4-FFF2-40B4-BE49-F238E27FC236}">
                <a16:creationId xmlns:a16="http://schemas.microsoft.com/office/drawing/2014/main" id="{B8E44B74-1201-4333-8BEC-B0E9D1772DF9}"/>
              </a:ext>
            </a:extLst>
          </p:cNvPr>
          <p:cNvSpPr/>
          <p:nvPr/>
        </p:nvSpPr>
        <p:spPr>
          <a:xfrm>
            <a:off x="11290569" y="4081157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EC08190-2FD7-4622-91E7-501793919DAF}"/>
              </a:ext>
            </a:extLst>
          </p:cNvPr>
          <p:cNvSpPr/>
          <p:nvPr/>
        </p:nvSpPr>
        <p:spPr>
          <a:xfrm>
            <a:off x="11290569" y="4398539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9048FC7C-5E2D-4AE2-B404-B2CDD58EA075}"/>
              </a:ext>
            </a:extLst>
          </p:cNvPr>
          <p:cNvSpPr/>
          <p:nvPr/>
        </p:nvSpPr>
        <p:spPr>
          <a:xfrm>
            <a:off x="11290569" y="4941200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5FE2232C-2624-4F5A-838A-87D1BFEE0434}"/>
              </a:ext>
            </a:extLst>
          </p:cNvPr>
          <p:cNvSpPr/>
          <p:nvPr/>
        </p:nvSpPr>
        <p:spPr>
          <a:xfrm>
            <a:off x="11331060" y="5401853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CB76AF0A-5DFB-48A3-85F3-A07BC934CA15}"/>
              </a:ext>
            </a:extLst>
          </p:cNvPr>
          <p:cNvSpPr/>
          <p:nvPr/>
        </p:nvSpPr>
        <p:spPr>
          <a:xfrm>
            <a:off x="11549442" y="4285154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588E0F95-F153-4C83-8DF3-21AF5ED41EB7}"/>
              </a:ext>
            </a:extLst>
          </p:cNvPr>
          <p:cNvSpPr/>
          <p:nvPr/>
        </p:nvSpPr>
        <p:spPr>
          <a:xfrm>
            <a:off x="11490658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D857D3E-6835-421A-8FB7-554C0B0DA283}"/>
              </a:ext>
            </a:extLst>
          </p:cNvPr>
          <p:cNvSpPr/>
          <p:nvPr/>
        </p:nvSpPr>
        <p:spPr>
          <a:xfrm>
            <a:off x="11503491" y="5358025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E54E62DD-48B5-40AE-A5D2-4449D0BCBFFA}"/>
              </a:ext>
            </a:extLst>
          </p:cNvPr>
          <p:cNvSpPr/>
          <p:nvPr/>
        </p:nvSpPr>
        <p:spPr>
          <a:xfrm>
            <a:off x="11585515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B1E2078A-9D38-47B5-B0CD-47F0D195A8FC}"/>
              </a:ext>
            </a:extLst>
          </p:cNvPr>
          <p:cNvSpPr/>
          <p:nvPr/>
        </p:nvSpPr>
        <p:spPr>
          <a:xfrm>
            <a:off x="11490178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9FD474E1-3D44-45B8-AEC7-651563BBBCA1}"/>
              </a:ext>
            </a:extLst>
          </p:cNvPr>
          <p:cNvSpPr/>
          <p:nvPr/>
        </p:nvSpPr>
        <p:spPr>
          <a:xfrm>
            <a:off x="11585035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43DA9832-DC0D-45CB-AAF2-3CFC6F910D5A}"/>
              </a:ext>
            </a:extLst>
          </p:cNvPr>
          <p:cNvSpPr/>
          <p:nvPr/>
        </p:nvSpPr>
        <p:spPr>
          <a:xfrm>
            <a:off x="11490178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96931897-8021-4C4F-9395-63600987F5E1}"/>
              </a:ext>
            </a:extLst>
          </p:cNvPr>
          <p:cNvSpPr/>
          <p:nvPr/>
        </p:nvSpPr>
        <p:spPr>
          <a:xfrm>
            <a:off x="11585035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BDD3071E-ED4F-4056-811C-507B7B5AB209}"/>
              </a:ext>
            </a:extLst>
          </p:cNvPr>
          <p:cNvSpPr/>
          <p:nvPr/>
        </p:nvSpPr>
        <p:spPr>
          <a:xfrm>
            <a:off x="11490178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4E2828FF-9193-4771-8DFF-95DDDE7481F8}"/>
              </a:ext>
            </a:extLst>
          </p:cNvPr>
          <p:cNvSpPr/>
          <p:nvPr/>
        </p:nvSpPr>
        <p:spPr>
          <a:xfrm>
            <a:off x="11585035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D4F712B-FB6A-402F-A38D-3AB0EA35E5F3}"/>
              </a:ext>
            </a:extLst>
          </p:cNvPr>
          <p:cNvSpPr/>
          <p:nvPr/>
        </p:nvSpPr>
        <p:spPr>
          <a:xfrm>
            <a:off x="11331060" y="4721050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2990073-EC99-4FC9-87D4-30164AF697C1}"/>
              </a:ext>
            </a:extLst>
          </p:cNvPr>
          <p:cNvSpPr/>
          <p:nvPr/>
        </p:nvSpPr>
        <p:spPr>
          <a:xfrm>
            <a:off x="11492718" y="4424280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AA7B7284-DFDC-44F0-995E-02CBD178D3F6}"/>
              </a:ext>
            </a:extLst>
          </p:cNvPr>
          <p:cNvSpPr/>
          <p:nvPr/>
        </p:nvSpPr>
        <p:spPr>
          <a:xfrm>
            <a:off x="11492718" y="4507277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58A31298-1431-49BF-B7D9-63D619444B01}"/>
              </a:ext>
            </a:extLst>
          </p:cNvPr>
          <p:cNvSpPr/>
          <p:nvPr/>
        </p:nvSpPr>
        <p:spPr>
          <a:xfrm>
            <a:off x="11494245" y="4124751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692B0EE-FF98-4B2F-97E9-A99DEECFE4B7}"/>
              </a:ext>
            </a:extLst>
          </p:cNvPr>
          <p:cNvGrpSpPr/>
          <p:nvPr/>
        </p:nvGrpSpPr>
        <p:grpSpPr>
          <a:xfrm>
            <a:off x="9171318" y="5645974"/>
            <a:ext cx="164016" cy="164016"/>
            <a:chOff x="9171318" y="5646008"/>
            <a:chExt cx="164016" cy="164016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93C47B8-5770-49F1-A239-A05419345F59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41B54DC-F3E4-4D5E-BC47-CB35F652C070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15BF97E-F2D1-4D08-AB6E-D7F7D9138D11}"/>
              </a:ext>
            </a:extLst>
          </p:cNvPr>
          <p:cNvGrpSpPr/>
          <p:nvPr/>
        </p:nvGrpSpPr>
        <p:grpSpPr>
          <a:xfrm>
            <a:off x="9412470" y="5645974"/>
            <a:ext cx="164016" cy="164016"/>
            <a:chOff x="9171318" y="5646008"/>
            <a:chExt cx="164016" cy="164016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A4B28F73-F6A6-4E2B-B4E1-1EB74FAA80DC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FDA70014-042C-4BD6-8A6B-B17F3002BB0D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DAE7245-F327-4DF0-A725-1FA064211516}"/>
              </a:ext>
            </a:extLst>
          </p:cNvPr>
          <p:cNvGrpSpPr/>
          <p:nvPr/>
        </p:nvGrpSpPr>
        <p:grpSpPr>
          <a:xfrm>
            <a:off x="9653622" y="5645974"/>
            <a:ext cx="164016" cy="164016"/>
            <a:chOff x="9171318" y="5646008"/>
            <a:chExt cx="164016" cy="164016"/>
          </a:xfrm>
        </p:grpSpPr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05199AEA-267E-4294-A2F7-1549B1C46D10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DEBA81A9-0D36-47AB-BBBD-DC5C6E952B63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6" name="Oval 235">
            <a:extLst>
              <a:ext uri="{FF2B5EF4-FFF2-40B4-BE49-F238E27FC236}">
                <a16:creationId xmlns:a16="http://schemas.microsoft.com/office/drawing/2014/main" id="{8EF8D2E7-8958-47A1-9D7B-6BF2B3D5D98D}"/>
              </a:ext>
            </a:extLst>
          </p:cNvPr>
          <p:cNvSpPr/>
          <p:nvPr/>
        </p:nvSpPr>
        <p:spPr>
          <a:xfrm rot="2796645">
            <a:off x="6542040" y="4577445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B50245-3CD7-4441-8463-5B744AF4ABD8}"/>
              </a:ext>
            </a:extLst>
          </p:cNvPr>
          <p:cNvCxnSpPr>
            <a:cxnSpLocks/>
          </p:cNvCxnSpPr>
          <p:nvPr/>
        </p:nvCxnSpPr>
        <p:spPr>
          <a:xfrm>
            <a:off x="5346169" y="4034683"/>
            <a:ext cx="2057368" cy="2216459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4430B65-BE28-433B-BA83-5277E71DEDC6}"/>
              </a:ext>
            </a:extLst>
          </p:cNvPr>
          <p:cNvGrpSpPr/>
          <p:nvPr/>
        </p:nvGrpSpPr>
        <p:grpSpPr>
          <a:xfrm>
            <a:off x="9894774" y="5645974"/>
            <a:ext cx="164016" cy="164016"/>
            <a:chOff x="9171318" y="5646008"/>
            <a:chExt cx="164016" cy="164016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DFBE9AE-2BE5-400C-A9A0-FC6DB47359C4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3950CDD-423D-49CD-A7AE-6B17C281D136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507FB37-ED29-4A7C-998B-D5909D0289B5}"/>
              </a:ext>
            </a:extLst>
          </p:cNvPr>
          <p:cNvGrpSpPr/>
          <p:nvPr/>
        </p:nvGrpSpPr>
        <p:grpSpPr>
          <a:xfrm>
            <a:off x="10135926" y="5645974"/>
            <a:ext cx="164016" cy="164016"/>
            <a:chOff x="9171318" y="5646008"/>
            <a:chExt cx="164016" cy="164016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CEEE95E-EEAB-4402-A7CB-3EB13A152558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40E0AEC2-5829-46AA-9EB4-E666C91B335A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EC4BF0C-FDF3-4829-B0E9-F416B2470C16}"/>
              </a:ext>
            </a:extLst>
          </p:cNvPr>
          <p:cNvGrpSpPr/>
          <p:nvPr/>
        </p:nvGrpSpPr>
        <p:grpSpPr>
          <a:xfrm>
            <a:off x="10377078" y="5645974"/>
            <a:ext cx="164016" cy="164016"/>
            <a:chOff x="9171318" y="5646008"/>
            <a:chExt cx="164016" cy="164016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20CF2856-CD64-4C30-96AD-ADCE37B6155A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51B01BC5-D118-48A9-8A48-2A5BEBA8A72B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EE8A598-52EC-4002-899B-0B270A712706}"/>
              </a:ext>
            </a:extLst>
          </p:cNvPr>
          <p:cNvGrpSpPr/>
          <p:nvPr/>
        </p:nvGrpSpPr>
        <p:grpSpPr>
          <a:xfrm>
            <a:off x="10618230" y="5645974"/>
            <a:ext cx="164016" cy="164016"/>
            <a:chOff x="9171318" y="5646008"/>
            <a:chExt cx="164016" cy="164016"/>
          </a:xfrm>
        </p:grpSpPr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7FCD9184-2173-4EE9-9F31-990D5ED41871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65C9EFF1-B71A-4EC0-88A9-964756F78EC8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DE9DCA39-68F7-4792-AE09-FF966D0BAC7C}"/>
              </a:ext>
            </a:extLst>
          </p:cNvPr>
          <p:cNvGrpSpPr/>
          <p:nvPr/>
        </p:nvGrpSpPr>
        <p:grpSpPr>
          <a:xfrm>
            <a:off x="10859382" y="5645974"/>
            <a:ext cx="164016" cy="164016"/>
            <a:chOff x="9171318" y="5646008"/>
            <a:chExt cx="164016" cy="164016"/>
          </a:xfrm>
        </p:grpSpPr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BA77B2CA-4C12-4AFC-93CD-5109FF25D5CB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0DD981BF-45FC-46C1-B1A3-A4E77A39CE32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1" name="Rectangle 260">
            <a:extLst>
              <a:ext uri="{FF2B5EF4-FFF2-40B4-BE49-F238E27FC236}">
                <a16:creationId xmlns:a16="http://schemas.microsoft.com/office/drawing/2014/main" id="{C57B27F3-F562-4D5A-BF8F-F40F283FF3E8}"/>
              </a:ext>
            </a:extLst>
          </p:cNvPr>
          <p:cNvSpPr/>
          <p:nvPr/>
        </p:nvSpPr>
        <p:spPr>
          <a:xfrm>
            <a:off x="9079112" y="4146119"/>
            <a:ext cx="2118654" cy="13670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文本框 53">
            <a:extLst>
              <a:ext uri="{FF2B5EF4-FFF2-40B4-BE49-F238E27FC236}">
                <a16:creationId xmlns:a16="http://schemas.microsoft.com/office/drawing/2014/main" id="{1FDAE70E-50C5-4BF9-93BD-0E193B530677}"/>
              </a:ext>
            </a:extLst>
          </p:cNvPr>
          <p:cNvSpPr txBox="1"/>
          <p:nvPr/>
        </p:nvSpPr>
        <p:spPr>
          <a:xfrm>
            <a:off x="9400377" y="3692902"/>
            <a:ext cx="1650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Current at the PCC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EC65FFB8-3889-462C-A69C-C02D60EE0C6C}"/>
              </a:ext>
            </a:extLst>
          </p:cNvPr>
          <p:cNvSpPr/>
          <p:nvPr/>
        </p:nvSpPr>
        <p:spPr>
          <a:xfrm>
            <a:off x="6667439" y="4663816"/>
            <a:ext cx="2580985" cy="1330290"/>
          </a:xfrm>
          <a:custGeom>
            <a:avLst/>
            <a:gdLst>
              <a:gd name="connsiteX0" fmla="*/ 2608580 w 2608580"/>
              <a:gd name="connsiteY0" fmla="*/ 1023620 h 1253208"/>
              <a:gd name="connsiteX1" fmla="*/ 2362200 w 2608580"/>
              <a:gd name="connsiteY1" fmla="*/ 1247140 h 1253208"/>
              <a:gd name="connsiteX2" fmla="*/ 1922780 w 2608580"/>
              <a:gd name="connsiteY2" fmla="*/ 1173480 h 1253208"/>
              <a:gd name="connsiteX3" fmla="*/ 1264920 w 2608580"/>
              <a:gd name="connsiteY3" fmla="*/ 1000760 h 1253208"/>
              <a:gd name="connsiteX4" fmla="*/ 0 w 2608580"/>
              <a:gd name="connsiteY4" fmla="*/ 0 h 125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8580" h="1253208">
                <a:moveTo>
                  <a:pt x="2608580" y="1023620"/>
                </a:moveTo>
                <a:cubicBezTo>
                  <a:pt x="2542540" y="1122891"/>
                  <a:pt x="2476500" y="1222163"/>
                  <a:pt x="2362200" y="1247140"/>
                </a:cubicBezTo>
                <a:cubicBezTo>
                  <a:pt x="2247900" y="1272117"/>
                  <a:pt x="2105660" y="1214543"/>
                  <a:pt x="1922780" y="1173480"/>
                </a:cubicBezTo>
                <a:cubicBezTo>
                  <a:pt x="1739900" y="1132417"/>
                  <a:pt x="1585383" y="1196340"/>
                  <a:pt x="1264920" y="1000760"/>
                </a:cubicBezTo>
                <a:cubicBezTo>
                  <a:pt x="944457" y="805180"/>
                  <a:pt x="472228" y="40259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0E0A227E-B775-490C-B480-F00B7C5B3A21}"/>
              </a:ext>
            </a:extLst>
          </p:cNvPr>
          <p:cNvSpPr/>
          <p:nvPr/>
        </p:nvSpPr>
        <p:spPr>
          <a:xfrm>
            <a:off x="6578790" y="4738324"/>
            <a:ext cx="2910650" cy="1221594"/>
          </a:xfrm>
          <a:custGeom>
            <a:avLst/>
            <a:gdLst>
              <a:gd name="connsiteX0" fmla="*/ 2900680 w 2900680"/>
              <a:gd name="connsiteY0" fmla="*/ 967740 h 1179638"/>
              <a:gd name="connsiteX1" fmla="*/ 2466340 w 2900680"/>
              <a:gd name="connsiteY1" fmla="*/ 1150620 h 1179638"/>
              <a:gd name="connsiteX2" fmla="*/ 810260 w 2900680"/>
              <a:gd name="connsiteY2" fmla="*/ 426720 h 1179638"/>
              <a:gd name="connsiteX3" fmla="*/ 0 w 2900680"/>
              <a:gd name="connsiteY3" fmla="*/ 0 h 117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0680" h="1179638">
                <a:moveTo>
                  <a:pt x="2900680" y="967740"/>
                </a:moveTo>
                <a:cubicBezTo>
                  <a:pt x="2857711" y="1104265"/>
                  <a:pt x="2814743" y="1240790"/>
                  <a:pt x="2466340" y="1150620"/>
                </a:cubicBezTo>
                <a:cubicBezTo>
                  <a:pt x="2117937" y="1060450"/>
                  <a:pt x="1221317" y="618490"/>
                  <a:pt x="810260" y="426720"/>
                </a:cubicBezTo>
                <a:cubicBezTo>
                  <a:pt x="399203" y="234950"/>
                  <a:pt x="199601" y="11747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9592D4CD-653B-4E2C-974D-6424A389602A}"/>
              </a:ext>
            </a:extLst>
          </p:cNvPr>
          <p:cNvSpPr/>
          <p:nvPr/>
        </p:nvSpPr>
        <p:spPr>
          <a:xfrm rot="1769804">
            <a:off x="6443073" y="4666048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FB041E5C-3919-4240-BEA0-DE4791A2525B}"/>
              </a:ext>
            </a:extLst>
          </p:cNvPr>
          <p:cNvSpPr/>
          <p:nvPr/>
        </p:nvSpPr>
        <p:spPr>
          <a:xfrm>
            <a:off x="6459220" y="4811044"/>
            <a:ext cx="3275330" cy="1131504"/>
          </a:xfrm>
          <a:custGeom>
            <a:avLst/>
            <a:gdLst>
              <a:gd name="connsiteX0" fmla="*/ 3238500 w 3238500"/>
              <a:gd name="connsiteY0" fmla="*/ 899160 h 1115277"/>
              <a:gd name="connsiteX1" fmla="*/ 2807970 w 3238500"/>
              <a:gd name="connsiteY1" fmla="*/ 1101090 h 1115277"/>
              <a:gd name="connsiteX2" fmla="*/ 1828800 w 3238500"/>
              <a:gd name="connsiteY2" fmla="*/ 975360 h 1115277"/>
              <a:gd name="connsiteX3" fmla="*/ 0 w 3238500"/>
              <a:gd name="connsiteY3" fmla="*/ 0 h 111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15277">
                <a:moveTo>
                  <a:pt x="3238500" y="899160"/>
                </a:moveTo>
                <a:cubicBezTo>
                  <a:pt x="3140710" y="993775"/>
                  <a:pt x="3042920" y="1088390"/>
                  <a:pt x="2807970" y="1101090"/>
                </a:cubicBezTo>
                <a:cubicBezTo>
                  <a:pt x="2573020" y="1113790"/>
                  <a:pt x="2296795" y="1158875"/>
                  <a:pt x="1828800" y="975360"/>
                </a:cubicBezTo>
                <a:cubicBezTo>
                  <a:pt x="1360805" y="791845"/>
                  <a:pt x="680402" y="395922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524E7AD-C3D9-496E-9B4D-2CB4E5A3A980}"/>
              </a:ext>
            </a:extLst>
          </p:cNvPr>
          <p:cNvSpPr/>
          <p:nvPr/>
        </p:nvSpPr>
        <p:spPr>
          <a:xfrm rot="2175211">
            <a:off x="6327687" y="4730907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8" name="Graphic 317" descr="Lightbulb with solid fill">
            <a:extLst>
              <a:ext uri="{FF2B5EF4-FFF2-40B4-BE49-F238E27FC236}">
                <a16:creationId xmlns:a16="http://schemas.microsoft.com/office/drawing/2014/main" id="{15C95E9B-5C2B-4F79-A602-FD59DC62406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0800000">
            <a:off x="1922692" y="5809200"/>
            <a:ext cx="336376" cy="300473"/>
          </a:xfrm>
          <a:prstGeom prst="rect">
            <a:avLst/>
          </a:prstGeom>
        </p:spPr>
      </p:pic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2112E36-96EA-45A4-865C-B05D50086D51}"/>
              </a:ext>
            </a:extLst>
          </p:cNvPr>
          <p:cNvGrpSpPr/>
          <p:nvPr/>
        </p:nvGrpSpPr>
        <p:grpSpPr>
          <a:xfrm rot="10800000">
            <a:off x="1884108" y="5922706"/>
            <a:ext cx="410666" cy="291645"/>
            <a:chOff x="3360094" y="3061652"/>
            <a:chExt cx="771964" cy="613736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64464D6A-9B3E-4F14-AC32-4C09F6DD7A59}"/>
                </a:ext>
              </a:extLst>
            </p:cNvPr>
            <p:cNvGrpSpPr/>
            <p:nvPr/>
          </p:nvGrpSpPr>
          <p:grpSpPr>
            <a:xfrm>
              <a:off x="3746076" y="3064669"/>
              <a:ext cx="385982" cy="610719"/>
              <a:chOff x="3746076" y="3064669"/>
              <a:chExt cx="385982" cy="610719"/>
            </a:xfrm>
          </p:grpSpPr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401382-4418-47EB-9AF5-BBE6F8156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2224E4FA-A206-4B4E-8187-A17B23DE3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2A251E06-9D6D-4D37-8D4C-99C150CFC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B241B706-05D8-43F7-B088-2952D8020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F6C26B86-E6E4-4315-B5A7-0BD521B2C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98DCCDD-F34D-426F-AE40-613B509342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4227ED65-4715-4660-B86C-1739969F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7CF677DC-1F12-40B4-B59F-486339528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3703D069-1E63-4E3A-81FB-28525E1575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4FE0129F-F4B1-4961-965B-A439B0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73CABA6-ECA4-4456-8487-6B916735EC42}"/>
                </a:ext>
              </a:extLst>
            </p:cNvPr>
            <p:cNvGrpSpPr/>
            <p:nvPr/>
          </p:nvGrpSpPr>
          <p:grpSpPr>
            <a:xfrm flipH="1">
              <a:off x="3360094" y="3061652"/>
              <a:ext cx="385982" cy="610719"/>
              <a:chOff x="3746076" y="3064669"/>
              <a:chExt cx="385982" cy="610719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D18C0B0A-66B2-414F-B420-44C5C2EE5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4F09501-7EE1-4E8D-9486-E2BF460A7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D521C409-568A-4CE8-966F-2B91756FA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E3041C98-EE23-4135-B3EF-027902CDC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1327CB1-1329-46CD-859A-DB201883D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867AB67A-292A-4BD9-A12C-C4CC51909C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75849C-56E0-4D70-9162-8362AA83D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810A7E3-C664-4951-9DDE-106F89F54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28636AB5-8D88-4516-8592-D9E5CE11BC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AD17BF5C-A9D9-4AC5-BE29-03CC85667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D2AECA80-7D8D-42C1-B36B-41FFF1143B7F}"/>
              </a:ext>
            </a:extLst>
          </p:cNvPr>
          <p:cNvSpPr/>
          <p:nvPr/>
        </p:nvSpPr>
        <p:spPr>
          <a:xfrm>
            <a:off x="1401617" y="5928757"/>
            <a:ext cx="226339" cy="505351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C1A74283-0647-43AE-AE96-D7DF9A48E005}"/>
              </a:ext>
            </a:extLst>
          </p:cNvPr>
          <p:cNvSpPr/>
          <p:nvPr/>
        </p:nvSpPr>
        <p:spPr>
          <a:xfrm>
            <a:off x="2019760" y="5936186"/>
            <a:ext cx="142240" cy="141319"/>
          </a:xfrm>
          <a:custGeom>
            <a:avLst/>
            <a:gdLst>
              <a:gd name="connsiteX0" fmla="*/ 38966 w 142240"/>
              <a:gd name="connsiteY0" fmla="*/ 0 h 141319"/>
              <a:gd name="connsiteX1" fmla="*/ 101832 w 142240"/>
              <a:gd name="connsiteY1" fmla="*/ 1905 h 141319"/>
              <a:gd name="connsiteX2" fmla="*/ 113995 w 142240"/>
              <a:gd name="connsiteY2" fmla="*/ 22220 h 141319"/>
              <a:gd name="connsiteX3" fmla="*/ 121409 w 142240"/>
              <a:gd name="connsiteY3" fmla="*/ 26930 h 141319"/>
              <a:gd name="connsiteX4" fmla="*/ 142240 w 142240"/>
              <a:gd name="connsiteY4" fmla="*/ 74311 h 141319"/>
              <a:gd name="connsiteX5" fmla="*/ 71120 w 142240"/>
              <a:gd name="connsiteY5" fmla="*/ 141319 h 141319"/>
              <a:gd name="connsiteX6" fmla="*/ 0 w 142240"/>
              <a:gd name="connsiteY6" fmla="*/ 74311 h 141319"/>
              <a:gd name="connsiteX7" fmla="*/ 20831 w 142240"/>
              <a:gd name="connsiteY7" fmla="*/ 26930 h 141319"/>
              <a:gd name="connsiteX8" fmla="*/ 26283 w 142240"/>
              <a:gd name="connsiteY8" fmla="*/ 23466 h 14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240" h="141319">
                <a:moveTo>
                  <a:pt x="38966" y="0"/>
                </a:moveTo>
                <a:lnTo>
                  <a:pt x="101832" y="1905"/>
                </a:lnTo>
                <a:lnTo>
                  <a:pt x="113995" y="22220"/>
                </a:lnTo>
                <a:lnTo>
                  <a:pt x="121409" y="26930"/>
                </a:lnTo>
                <a:cubicBezTo>
                  <a:pt x="134280" y="39056"/>
                  <a:pt x="142240" y="55808"/>
                  <a:pt x="142240" y="74311"/>
                </a:cubicBezTo>
                <a:cubicBezTo>
                  <a:pt x="142240" y="111318"/>
                  <a:pt x="110398" y="141319"/>
                  <a:pt x="71120" y="141319"/>
                </a:cubicBezTo>
                <a:cubicBezTo>
                  <a:pt x="31842" y="141319"/>
                  <a:pt x="0" y="111318"/>
                  <a:pt x="0" y="74311"/>
                </a:cubicBezTo>
                <a:cubicBezTo>
                  <a:pt x="0" y="55808"/>
                  <a:pt x="7960" y="39056"/>
                  <a:pt x="20831" y="26930"/>
                </a:cubicBezTo>
                <a:lnTo>
                  <a:pt x="26283" y="234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861EFD2-829B-4E10-ACFB-641DE688307B}"/>
              </a:ext>
            </a:extLst>
          </p:cNvPr>
          <p:cNvSpPr/>
          <p:nvPr/>
        </p:nvSpPr>
        <p:spPr>
          <a:xfrm>
            <a:off x="9086964" y="4248709"/>
            <a:ext cx="2101997" cy="1174305"/>
          </a:xfrm>
          <a:custGeom>
            <a:avLst/>
            <a:gdLst>
              <a:gd name="connsiteX0" fmla="*/ 0 w 2609850"/>
              <a:gd name="connsiteY0" fmla="*/ 251593 h 1174305"/>
              <a:gd name="connsiteX1" fmla="*/ 68580 w 2609850"/>
              <a:gd name="connsiteY1" fmla="*/ 339223 h 1174305"/>
              <a:gd name="connsiteX2" fmla="*/ 205740 w 2609850"/>
              <a:gd name="connsiteY2" fmla="*/ 247783 h 1174305"/>
              <a:gd name="connsiteX3" fmla="*/ 426720 w 2609850"/>
              <a:gd name="connsiteY3" fmla="*/ 720223 h 1174305"/>
              <a:gd name="connsiteX4" fmla="*/ 582930 w 2609850"/>
              <a:gd name="connsiteY4" fmla="*/ 655453 h 1174305"/>
              <a:gd name="connsiteX5" fmla="*/ 788670 w 2609850"/>
              <a:gd name="connsiteY5" fmla="*/ 1066933 h 1174305"/>
              <a:gd name="connsiteX6" fmla="*/ 960120 w 2609850"/>
              <a:gd name="connsiteY6" fmla="*/ 929773 h 1174305"/>
              <a:gd name="connsiteX7" fmla="*/ 1150620 w 2609850"/>
              <a:gd name="connsiteY7" fmla="*/ 1173613 h 1174305"/>
              <a:gd name="connsiteX8" fmla="*/ 1363980 w 2609850"/>
              <a:gd name="connsiteY8" fmla="*/ 838333 h 1174305"/>
              <a:gd name="connsiteX9" fmla="*/ 1512570 w 2609850"/>
              <a:gd name="connsiteY9" fmla="*/ 922153 h 1174305"/>
              <a:gd name="connsiteX10" fmla="*/ 1744980 w 2609850"/>
              <a:gd name="connsiteY10" fmla="*/ 457333 h 1174305"/>
              <a:gd name="connsiteX11" fmla="*/ 1897380 w 2609850"/>
              <a:gd name="connsiteY11" fmla="*/ 514483 h 1174305"/>
              <a:gd name="connsiteX12" fmla="*/ 2106930 w 2609850"/>
              <a:gd name="connsiteY12" fmla="*/ 91573 h 1174305"/>
              <a:gd name="connsiteX13" fmla="*/ 2266950 w 2609850"/>
              <a:gd name="connsiteY13" fmla="*/ 236353 h 1174305"/>
              <a:gd name="connsiteX14" fmla="*/ 2465070 w 2609850"/>
              <a:gd name="connsiteY14" fmla="*/ 133 h 1174305"/>
              <a:gd name="connsiteX15" fmla="*/ 2609850 w 2609850"/>
              <a:gd name="connsiteY15" fmla="*/ 209683 h 1174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09850" h="1174305">
                <a:moveTo>
                  <a:pt x="0" y="251593"/>
                </a:moveTo>
                <a:cubicBezTo>
                  <a:pt x="17145" y="295725"/>
                  <a:pt x="34290" y="339858"/>
                  <a:pt x="68580" y="339223"/>
                </a:cubicBezTo>
                <a:cubicBezTo>
                  <a:pt x="102870" y="338588"/>
                  <a:pt x="146050" y="184283"/>
                  <a:pt x="205740" y="247783"/>
                </a:cubicBezTo>
                <a:cubicBezTo>
                  <a:pt x="265430" y="311283"/>
                  <a:pt x="363855" y="652278"/>
                  <a:pt x="426720" y="720223"/>
                </a:cubicBezTo>
                <a:cubicBezTo>
                  <a:pt x="489585" y="788168"/>
                  <a:pt x="522605" y="597668"/>
                  <a:pt x="582930" y="655453"/>
                </a:cubicBezTo>
                <a:cubicBezTo>
                  <a:pt x="643255" y="713238"/>
                  <a:pt x="725805" y="1021213"/>
                  <a:pt x="788670" y="1066933"/>
                </a:cubicBezTo>
                <a:cubicBezTo>
                  <a:pt x="851535" y="1112653"/>
                  <a:pt x="899795" y="911993"/>
                  <a:pt x="960120" y="929773"/>
                </a:cubicBezTo>
                <a:cubicBezTo>
                  <a:pt x="1020445" y="947553"/>
                  <a:pt x="1083310" y="1188853"/>
                  <a:pt x="1150620" y="1173613"/>
                </a:cubicBezTo>
                <a:cubicBezTo>
                  <a:pt x="1217930" y="1158373"/>
                  <a:pt x="1303655" y="880243"/>
                  <a:pt x="1363980" y="838333"/>
                </a:cubicBezTo>
                <a:cubicBezTo>
                  <a:pt x="1424305" y="796423"/>
                  <a:pt x="1449070" y="985653"/>
                  <a:pt x="1512570" y="922153"/>
                </a:cubicBezTo>
                <a:cubicBezTo>
                  <a:pt x="1576070" y="858653"/>
                  <a:pt x="1680845" y="525278"/>
                  <a:pt x="1744980" y="457333"/>
                </a:cubicBezTo>
                <a:cubicBezTo>
                  <a:pt x="1809115" y="389388"/>
                  <a:pt x="1837055" y="575443"/>
                  <a:pt x="1897380" y="514483"/>
                </a:cubicBezTo>
                <a:cubicBezTo>
                  <a:pt x="1957705" y="453523"/>
                  <a:pt x="2045335" y="137928"/>
                  <a:pt x="2106930" y="91573"/>
                </a:cubicBezTo>
                <a:cubicBezTo>
                  <a:pt x="2168525" y="45218"/>
                  <a:pt x="2207260" y="251593"/>
                  <a:pt x="2266950" y="236353"/>
                </a:cubicBezTo>
                <a:cubicBezTo>
                  <a:pt x="2326640" y="221113"/>
                  <a:pt x="2407920" y="4578"/>
                  <a:pt x="2465070" y="133"/>
                </a:cubicBezTo>
                <a:cubicBezTo>
                  <a:pt x="2522220" y="-4312"/>
                  <a:pt x="2566035" y="102685"/>
                  <a:pt x="2609850" y="209683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710BBC-E61C-4958-A11E-305780777DE5}"/>
              </a:ext>
            </a:extLst>
          </p:cNvPr>
          <p:cNvSpPr/>
          <p:nvPr/>
        </p:nvSpPr>
        <p:spPr>
          <a:xfrm>
            <a:off x="9074115" y="4246834"/>
            <a:ext cx="2114846" cy="1167398"/>
          </a:xfrm>
          <a:custGeom>
            <a:avLst/>
            <a:gdLst>
              <a:gd name="connsiteX0" fmla="*/ 0 w 2595880"/>
              <a:gd name="connsiteY0" fmla="*/ 455404 h 1167398"/>
              <a:gd name="connsiteX1" fmla="*/ 55880 w 2595880"/>
              <a:gd name="connsiteY1" fmla="*/ 440164 h 1167398"/>
              <a:gd name="connsiteX2" fmla="*/ 152400 w 2595880"/>
              <a:gd name="connsiteY2" fmla="*/ 518904 h 1167398"/>
              <a:gd name="connsiteX3" fmla="*/ 381000 w 2595880"/>
              <a:gd name="connsiteY3" fmla="*/ 92184 h 1167398"/>
              <a:gd name="connsiteX4" fmla="*/ 523240 w 2595880"/>
              <a:gd name="connsiteY4" fmla="*/ 249664 h 1167398"/>
              <a:gd name="connsiteX5" fmla="*/ 718820 w 2595880"/>
              <a:gd name="connsiteY5" fmla="*/ 744 h 1167398"/>
              <a:gd name="connsiteX6" fmla="*/ 937260 w 2595880"/>
              <a:gd name="connsiteY6" fmla="*/ 346184 h 1167398"/>
              <a:gd name="connsiteX7" fmla="*/ 1074420 w 2595880"/>
              <a:gd name="connsiteY7" fmla="*/ 239504 h 1167398"/>
              <a:gd name="connsiteX8" fmla="*/ 1280160 w 2595880"/>
              <a:gd name="connsiteY8" fmla="*/ 666224 h 1167398"/>
              <a:gd name="connsiteX9" fmla="*/ 1455420 w 2595880"/>
              <a:gd name="connsiteY9" fmla="*/ 656064 h 1167398"/>
              <a:gd name="connsiteX10" fmla="*/ 1673860 w 2595880"/>
              <a:gd name="connsiteY10" fmla="*/ 1082784 h 1167398"/>
              <a:gd name="connsiteX11" fmla="*/ 1844040 w 2595880"/>
              <a:gd name="connsiteY11" fmla="*/ 935464 h 1167398"/>
              <a:gd name="connsiteX12" fmla="*/ 2039620 w 2595880"/>
              <a:gd name="connsiteY12" fmla="*/ 1166604 h 1167398"/>
              <a:gd name="connsiteX13" fmla="*/ 2250440 w 2595880"/>
              <a:gd name="connsiteY13" fmla="*/ 838944 h 1167398"/>
              <a:gd name="connsiteX14" fmla="*/ 2400300 w 2595880"/>
              <a:gd name="connsiteY14" fmla="*/ 930384 h 1167398"/>
              <a:gd name="connsiteX15" fmla="*/ 2595880 w 2595880"/>
              <a:gd name="connsiteY15" fmla="*/ 480804 h 116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95880" h="1167398">
                <a:moveTo>
                  <a:pt x="0" y="455404"/>
                </a:moveTo>
                <a:cubicBezTo>
                  <a:pt x="15240" y="442492"/>
                  <a:pt x="30480" y="429581"/>
                  <a:pt x="55880" y="440164"/>
                </a:cubicBezTo>
                <a:cubicBezTo>
                  <a:pt x="81280" y="450747"/>
                  <a:pt x="98213" y="576901"/>
                  <a:pt x="152400" y="518904"/>
                </a:cubicBezTo>
                <a:cubicBezTo>
                  <a:pt x="206587" y="460907"/>
                  <a:pt x="319193" y="137057"/>
                  <a:pt x="381000" y="92184"/>
                </a:cubicBezTo>
                <a:cubicBezTo>
                  <a:pt x="442807" y="47311"/>
                  <a:pt x="466937" y="264904"/>
                  <a:pt x="523240" y="249664"/>
                </a:cubicBezTo>
                <a:cubicBezTo>
                  <a:pt x="579543" y="234424"/>
                  <a:pt x="649817" y="-15343"/>
                  <a:pt x="718820" y="744"/>
                </a:cubicBezTo>
                <a:cubicBezTo>
                  <a:pt x="787823" y="16831"/>
                  <a:pt x="877993" y="306391"/>
                  <a:pt x="937260" y="346184"/>
                </a:cubicBezTo>
                <a:cubicBezTo>
                  <a:pt x="996527" y="385977"/>
                  <a:pt x="1017270" y="186164"/>
                  <a:pt x="1074420" y="239504"/>
                </a:cubicBezTo>
                <a:cubicBezTo>
                  <a:pt x="1131570" y="292844"/>
                  <a:pt x="1216660" y="596797"/>
                  <a:pt x="1280160" y="666224"/>
                </a:cubicBezTo>
                <a:cubicBezTo>
                  <a:pt x="1343660" y="735651"/>
                  <a:pt x="1389803" y="586637"/>
                  <a:pt x="1455420" y="656064"/>
                </a:cubicBezTo>
                <a:cubicBezTo>
                  <a:pt x="1521037" y="725491"/>
                  <a:pt x="1609090" y="1036217"/>
                  <a:pt x="1673860" y="1082784"/>
                </a:cubicBezTo>
                <a:cubicBezTo>
                  <a:pt x="1738630" y="1129351"/>
                  <a:pt x="1783080" y="921494"/>
                  <a:pt x="1844040" y="935464"/>
                </a:cubicBezTo>
                <a:cubicBezTo>
                  <a:pt x="1905000" y="949434"/>
                  <a:pt x="1971887" y="1182691"/>
                  <a:pt x="2039620" y="1166604"/>
                </a:cubicBezTo>
                <a:cubicBezTo>
                  <a:pt x="2107353" y="1150517"/>
                  <a:pt x="2190327" y="878314"/>
                  <a:pt x="2250440" y="838944"/>
                </a:cubicBezTo>
                <a:cubicBezTo>
                  <a:pt x="2310553" y="799574"/>
                  <a:pt x="2342727" y="990074"/>
                  <a:pt x="2400300" y="930384"/>
                </a:cubicBezTo>
                <a:cubicBezTo>
                  <a:pt x="2457873" y="870694"/>
                  <a:pt x="2526876" y="675749"/>
                  <a:pt x="2595880" y="480804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7C27FD06-B1B9-43B0-AB78-EB08A41E1BB8}"/>
              </a:ext>
            </a:extLst>
          </p:cNvPr>
          <p:cNvSpPr/>
          <p:nvPr/>
        </p:nvSpPr>
        <p:spPr>
          <a:xfrm>
            <a:off x="4043479" y="4755902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5" name="Graphic 164" descr="Artificial Intelligence with solid fill">
            <a:extLst>
              <a:ext uri="{FF2B5EF4-FFF2-40B4-BE49-F238E27FC236}">
                <a16:creationId xmlns:a16="http://schemas.microsoft.com/office/drawing/2014/main" id="{EC10E6A5-0F57-4874-8863-B0D405614D7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flipH="1">
            <a:off x="3204107" y="1308427"/>
            <a:ext cx="893295" cy="893295"/>
          </a:xfrm>
          <a:prstGeom prst="rect">
            <a:avLst/>
          </a:prstGeom>
        </p:spPr>
      </p:pic>
      <p:pic>
        <p:nvPicPr>
          <p:cNvPr id="3" name="Graphic 2" descr="Cloud outline">
            <a:extLst>
              <a:ext uri="{FF2B5EF4-FFF2-40B4-BE49-F238E27FC236}">
                <a16:creationId xmlns:a16="http://schemas.microsoft.com/office/drawing/2014/main" id="{F7BAAE6C-3067-440B-A4E4-95728F7B636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64654" y="1006350"/>
            <a:ext cx="1339212" cy="1339212"/>
          </a:xfrm>
          <a:prstGeom prst="rect">
            <a:avLst/>
          </a:prstGeom>
        </p:spPr>
      </p:pic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DA19E97-9761-49E4-A4CD-2ECBE19D438C}"/>
              </a:ext>
            </a:extLst>
          </p:cNvPr>
          <p:cNvCxnSpPr>
            <a:cxnSpLocks/>
          </p:cNvCxnSpPr>
          <p:nvPr/>
        </p:nvCxnSpPr>
        <p:spPr>
          <a:xfrm>
            <a:off x="4842258" y="4203153"/>
            <a:ext cx="192022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97DF5EB-F0A4-46F0-9294-7D8D8A50F957}"/>
              </a:ext>
            </a:extLst>
          </p:cNvPr>
          <p:cNvCxnSpPr>
            <a:cxnSpLocks/>
          </p:cNvCxnSpPr>
          <p:nvPr/>
        </p:nvCxnSpPr>
        <p:spPr>
          <a:xfrm>
            <a:off x="4652526" y="4810131"/>
            <a:ext cx="473194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80B21D8-B272-4ED7-BC22-9A5E0C39B78F}"/>
              </a:ext>
            </a:extLst>
          </p:cNvPr>
          <p:cNvCxnSpPr>
            <a:cxnSpLocks/>
          </p:cNvCxnSpPr>
          <p:nvPr/>
        </p:nvCxnSpPr>
        <p:spPr>
          <a:xfrm>
            <a:off x="4485557" y="5401853"/>
            <a:ext cx="741763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4A1CB0D-04BA-4F59-939A-2D370ECFC2E4}"/>
              </a:ext>
            </a:extLst>
          </p:cNvPr>
          <p:cNvCxnSpPr>
            <a:cxnSpLocks/>
          </p:cNvCxnSpPr>
          <p:nvPr/>
        </p:nvCxnSpPr>
        <p:spPr>
          <a:xfrm flipV="1">
            <a:off x="5034280" y="1996439"/>
            <a:ext cx="0" cy="2203628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AE5DAE5-7CA5-4B95-BB0B-22CFCF9F0F4F}"/>
              </a:ext>
            </a:extLst>
          </p:cNvPr>
          <p:cNvCxnSpPr>
            <a:cxnSpLocks/>
          </p:cNvCxnSpPr>
          <p:nvPr/>
        </p:nvCxnSpPr>
        <p:spPr>
          <a:xfrm flipV="1">
            <a:off x="5130800" y="1996439"/>
            <a:ext cx="0" cy="280662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CF0CCDD-E51F-4B76-9A18-BEECCE924F84}"/>
              </a:ext>
            </a:extLst>
          </p:cNvPr>
          <p:cNvCxnSpPr>
            <a:cxnSpLocks/>
          </p:cNvCxnSpPr>
          <p:nvPr/>
        </p:nvCxnSpPr>
        <p:spPr>
          <a:xfrm flipV="1">
            <a:off x="5227320" y="1996439"/>
            <a:ext cx="0" cy="3383081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313236AE-7980-49B5-B6B9-21F7A645C1A8}"/>
              </a:ext>
            </a:extLst>
          </p:cNvPr>
          <p:cNvSpPr/>
          <p:nvPr/>
        </p:nvSpPr>
        <p:spPr>
          <a:xfrm>
            <a:off x="3056574" y="2956044"/>
            <a:ext cx="90985" cy="941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文本框 53">
            <a:extLst>
              <a:ext uri="{FF2B5EF4-FFF2-40B4-BE49-F238E27FC236}">
                <a16:creationId xmlns:a16="http://schemas.microsoft.com/office/drawing/2014/main" id="{738E10CB-929A-4E98-BF40-55FAF30A0428}"/>
              </a:ext>
            </a:extLst>
          </p:cNvPr>
          <p:cNvSpPr txBox="1"/>
          <p:nvPr/>
        </p:nvSpPr>
        <p:spPr>
          <a:xfrm>
            <a:off x="3254826" y="2857692"/>
            <a:ext cx="15395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Charging request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D47DB-0C8A-4F42-8F97-24B8F86ED3BB}"/>
              </a:ext>
            </a:extLst>
          </p:cNvPr>
          <p:cNvGrpSpPr/>
          <p:nvPr/>
        </p:nvGrpSpPr>
        <p:grpSpPr>
          <a:xfrm>
            <a:off x="4065127" y="1638259"/>
            <a:ext cx="157996" cy="159055"/>
            <a:chOff x="4065127" y="1638259"/>
            <a:chExt cx="157996" cy="15905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03EFCB-BD3C-46C1-BDBC-A70FEBDF1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5131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6D5DBA07-66A2-4AFB-B7C3-603709959B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5127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5C04CA-FC06-4122-ABAB-0A466B728298}"/>
              </a:ext>
            </a:extLst>
          </p:cNvPr>
          <p:cNvGrpSpPr/>
          <p:nvPr/>
        </p:nvGrpSpPr>
        <p:grpSpPr>
          <a:xfrm>
            <a:off x="4194174" y="1638259"/>
            <a:ext cx="157996" cy="159055"/>
            <a:chOff x="4194174" y="1638259"/>
            <a:chExt cx="157996" cy="159055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26F531B-EC81-4AF3-A499-7AD650EC8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4178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F5261B9-21D6-4387-B92F-34077E2450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4174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E1C6C4-6854-49B5-AD38-3302686BF10C}"/>
              </a:ext>
            </a:extLst>
          </p:cNvPr>
          <p:cNvGrpSpPr/>
          <p:nvPr/>
        </p:nvGrpSpPr>
        <p:grpSpPr>
          <a:xfrm>
            <a:off x="4336392" y="1638259"/>
            <a:ext cx="157996" cy="159055"/>
            <a:chOff x="4336392" y="1638259"/>
            <a:chExt cx="157996" cy="159055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BCA6B5D-2136-44C0-9301-87697621B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52FBDBC4-567B-4740-B954-585C6EDDC4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9C20511-5A7E-4175-B007-C4A299740BF0}"/>
              </a:ext>
            </a:extLst>
          </p:cNvPr>
          <p:cNvGrpSpPr/>
          <p:nvPr/>
        </p:nvGrpSpPr>
        <p:grpSpPr>
          <a:xfrm>
            <a:off x="414106" y="1322714"/>
            <a:ext cx="2782283" cy="1842735"/>
            <a:chOff x="414106" y="1322714"/>
            <a:chExt cx="2782283" cy="1842735"/>
          </a:xfrm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32FA09E-A8AB-4A2D-90AE-B979F25DFD7F}"/>
                </a:ext>
              </a:extLst>
            </p:cNvPr>
            <p:cNvSpPr/>
            <p:nvPr/>
          </p:nvSpPr>
          <p:spPr>
            <a:xfrm>
              <a:off x="424209" y="1322714"/>
              <a:ext cx="2772180" cy="1842735"/>
            </a:xfrm>
            <a:custGeom>
              <a:avLst/>
              <a:gdLst>
                <a:gd name="connsiteX0" fmla="*/ 0 w 2772180"/>
                <a:gd name="connsiteY0" fmla="*/ 0 h 1842735"/>
                <a:gd name="connsiteX1" fmla="*/ 2446930 w 2772180"/>
                <a:gd name="connsiteY1" fmla="*/ 0 h 1842735"/>
                <a:gd name="connsiteX2" fmla="*/ 2446930 w 2772180"/>
                <a:gd name="connsiteY2" fmla="*/ 269383 h 1842735"/>
                <a:gd name="connsiteX3" fmla="*/ 2772180 w 2772180"/>
                <a:gd name="connsiteY3" fmla="*/ 516583 h 1842735"/>
                <a:gd name="connsiteX4" fmla="*/ 2446930 w 2772180"/>
                <a:gd name="connsiteY4" fmla="*/ 763782 h 1842735"/>
                <a:gd name="connsiteX5" fmla="*/ 2446930 w 2772180"/>
                <a:gd name="connsiteY5" fmla="*/ 1842735 h 1842735"/>
                <a:gd name="connsiteX6" fmla="*/ 0 w 2772180"/>
                <a:gd name="connsiteY6" fmla="*/ 1842735 h 184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2180" h="1842735">
                  <a:moveTo>
                    <a:pt x="0" y="0"/>
                  </a:moveTo>
                  <a:lnTo>
                    <a:pt x="2446930" y="0"/>
                  </a:lnTo>
                  <a:lnTo>
                    <a:pt x="2446930" y="269383"/>
                  </a:lnTo>
                  <a:lnTo>
                    <a:pt x="2772180" y="516583"/>
                  </a:lnTo>
                  <a:lnTo>
                    <a:pt x="2446930" y="763782"/>
                  </a:lnTo>
                  <a:lnTo>
                    <a:pt x="2446930" y="1842735"/>
                  </a:lnTo>
                  <a:lnTo>
                    <a:pt x="0" y="1842735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1" name="文本框 53">
              <a:extLst>
                <a:ext uri="{FF2B5EF4-FFF2-40B4-BE49-F238E27FC236}">
                  <a16:creationId xmlns:a16="http://schemas.microsoft.com/office/drawing/2014/main" id="{B92BC9CA-1B8A-4EFB-84D6-8BD28F13EB41}"/>
                </a:ext>
              </a:extLst>
            </p:cNvPr>
            <p:cNvSpPr txBox="1"/>
            <p:nvPr/>
          </p:nvSpPr>
          <p:spPr>
            <a:xfrm>
              <a:off x="538844" y="1610631"/>
              <a:ext cx="218155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Non-fundamental distortion emission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Flicker emission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endParaRPr>
            </a:p>
          </p:txBody>
        </p:sp>
        <p:sp>
          <p:nvSpPr>
            <p:cNvPr id="222" name="文本框 53">
              <a:extLst>
                <a:ext uri="{FF2B5EF4-FFF2-40B4-BE49-F238E27FC236}">
                  <a16:creationId xmlns:a16="http://schemas.microsoft.com/office/drawing/2014/main" id="{9E4FF3FF-094D-4CF7-A209-D8BF74C23DEB}"/>
                </a:ext>
              </a:extLst>
            </p:cNvPr>
            <p:cNvSpPr txBox="1"/>
            <p:nvPr/>
          </p:nvSpPr>
          <p:spPr>
            <a:xfrm>
              <a:off x="414106" y="1335350"/>
              <a:ext cx="2181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Prediction: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endParaRPr>
            </a:p>
          </p:txBody>
        </p:sp>
        <p:sp>
          <p:nvSpPr>
            <p:cNvPr id="223" name="文本框 53">
              <a:extLst>
                <a:ext uri="{FF2B5EF4-FFF2-40B4-BE49-F238E27FC236}">
                  <a16:creationId xmlns:a16="http://schemas.microsoft.com/office/drawing/2014/main" id="{3E8995C9-F181-45D7-8703-AD96050B299C}"/>
                </a:ext>
              </a:extLst>
            </p:cNvPr>
            <p:cNvSpPr txBox="1"/>
            <p:nvPr/>
          </p:nvSpPr>
          <p:spPr>
            <a:xfrm>
              <a:off x="424209" y="2324808"/>
              <a:ext cx="2181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00B050"/>
                  </a:solidFill>
                  <a:latin typeface="Futura" pitchFamily="50" charset="0"/>
                </a:rPr>
                <a:t>Control:</a:t>
              </a:r>
              <a:endParaRPr lang="zh-CN" altLang="en-US" sz="1400" dirty="0">
                <a:solidFill>
                  <a:srgbClr val="00B050"/>
                </a:solidFill>
                <a:latin typeface="Futura" pitchFamily="50" charset="0"/>
              </a:endParaRPr>
            </a:p>
          </p:txBody>
        </p:sp>
        <p:sp>
          <p:nvSpPr>
            <p:cNvPr id="224" name="文本框 53">
              <a:extLst>
                <a:ext uri="{FF2B5EF4-FFF2-40B4-BE49-F238E27FC236}">
                  <a16:creationId xmlns:a16="http://schemas.microsoft.com/office/drawing/2014/main" id="{BCE12065-ED9B-452E-A832-2D1AD18F36D2}"/>
                </a:ext>
              </a:extLst>
            </p:cNvPr>
            <p:cNvSpPr txBox="1"/>
            <p:nvPr/>
          </p:nvSpPr>
          <p:spPr>
            <a:xfrm>
              <a:off x="545748" y="2590490"/>
              <a:ext cx="218155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00B050"/>
                  </a:solidFill>
                  <a:latin typeface="Futura" pitchFamily="50" charset="0"/>
                </a:rPr>
                <a:t>Charging power of each chargers</a:t>
              </a:r>
              <a:endParaRPr lang="zh-CN" altLang="en-US" sz="1400" dirty="0">
                <a:solidFill>
                  <a:srgbClr val="00B050"/>
                </a:solidFill>
                <a:latin typeface="Futura" pitchFamily="50" charset="0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8B596B9-9F9E-488D-BEAB-281DC72CE4F7}"/>
              </a:ext>
            </a:extLst>
          </p:cNvPr>
          <p:cNvGrpSpPr/>
          <p:nvPr/>
        </p:nvGrpSpPr>
        <p:grpSpPr>
          <a:xfrm flipH="1">
            <a:off x="4048299" y="1910605"/>
            <a:ext cx="157996" cy="159055"/>
            <a:chOff x="4336392" y="1638259"/>
            <a:chExt cx="157996" cy="159055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C5F67F11-27A3-4BFC-BD81-ECF50C39F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0A56E7B-9A97-42B3-9B5F-ADA0F562F7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DC1C522-B6ED-4B59-B6B4-ECC2A07819C0}"/>
              </a:ext>
            </a:extLst>
          </p:cNvPr>
          <p:cNvGrpSpPr/>
          <p:nvPr/>
        </p:nvGrpSpPr>
        <p:grpSpPr>
          <a:xfrm flipH="1">
            <a:off x="4185674" y="1911252"/>
            <a:ext cx="157996" cy="159055"/>
            <a:chOff x="4336392" y="1638259"/>
            <a:chExt cx="157996" cy="159055"/>
          </a:xfrm>
        </p:grpSpPr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C52D7373-8D39-4A50-8A82-B7132996D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D830DF42-7935-4CDB-8F19-0830DF7D1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D731538-931D-48EC-8FA1-DA68810D8667}"/>
              </a:ext>
            </a:extLst>
          </p:cNvPr>
          <p:cNvGrpSpPr/>
          <p:nvPr/>
        </p:nvGrpSpPr>
        <p:grpSpPr>
          <a:xfrm flipH="1">
            <a:off x="4334549" y="1910605"/>
            <a:ext cx="157996" cy="159055"/>
            <a:chOff x="4336392" y="1638259"/>
            <a:chExt cx="157996" cy="159055"/>
          </a:xfrm>
        </p:grpSpPr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C88AA3EC-2CD3-4636-BF5D-504E8A02B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4B2E4D7-3CA1-4D34-931B-ADF6C1D00B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Oval 258">
            <a:extLst>
              <a:ext uri="{FF2B5EF4-FFF2-40B4-BE49-F238E27FC236}">
                <a16:creationId xmlns:a16="http://schemas.microsoft.com/office/drawing/2014/main" id="{839DFA79-1D9B-4254-836F-76B025576403}"/>
              </a:ext>
            </a:extLst>
          </p:cNvPr>
          <p:cNvSpPr/>
          <p:nvPr/>
        </p:nvSpPr>
        <p:spPr>
          <a:xfrm>
            <a:off x="3054335" y="3334821"/>
            <a:ext cx="90985" cy="9417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文本框 53">
            <a:extLst>
              <a:ext uri="{FF2B5EF4-FFF2-40B4-BE49-F238E27FC236}">
                <a16:creationId xmlns:a16="http://schemas.microsoft.com/office/drawing/2014/main" id="{632FCCF1-1BCC-427E-8D8C-55F8C86811F2}"/>
              </a:ext>
            </a:extLst>
          </p:cNvPr>
          <p:cNvSpPr txBox="1"/>
          <p:nvPr/>
        </p:nvSpPr>
        <p:spPr>
          <a:xfrm>
            <a:off x="3254826" y="3226217"/>
            <a:ext cx="1730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50"/>
                </a:solidFill>
                <a:latin typeface="Futura" pitchFamily="50" charset="0"/>
              </a:rPr>
              <a:t>Charging command</a:t>
            </a:r>
            <a:endParaRPr lang="zh-CN" altLang="en-US" sz="1400" dirty="0">
              <a:solidFill>
                <a:srgbClr val="00B050"/>
              </a:solidFill>
              <a:latin typeface="Futura" pitchFamily="50" charset="0"/>
            </a:endParaRP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5F18B8D7-C97E-406A-B214-7E57626DF1FF}"/>
              </a:ext>
            </a:extLst>
          </p:cNvPr>
          <p:cNvSpPr/>
          <p:nvPr/>
        </p:nvSpPr>
        <p:spPr>
          <a:xfrm>
            <a:off x="4982892" y="1960681"/>
            <a:ext cx="90985" cy="9417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07A061FB-9DB8-4776-9709-0DADB0D4493C}"/>
              </a:ext>
            </a:extLst>
          </p:cNvPr>
          <p:cNvSpPr/>
          <p:nvPr/>
        </p:nvSpPr>
        <p:spPr>
          <a:xfrm>
            <a:off x="5089302" y="1957094"/>
            <a:ext cx="90985" cy="9417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1BDDBAF3-6B90-4F0A-98A4-CE08F2DF996D}"/>
              </a:ext>
            </a:extLst>
          </p:cNvPr>
          <p:cNvSpPr/>
          <p:nvPr/>
        </p:nvSpPr>
        <p:spPr>
          <a:xfrm>
            <a:off x="5188066" y="1957094"/>
            <a:ext cx="90985" cy="9417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Freeform: Shape 283">
            <a:extLst>
              <a:ext uri="{FF2B5EF4-FFF2-40B4-BE49-F238E27FC236}">
                <a16:creationId xmlns:a16="http://schemas.microsoft.com/office/drawing/2014/main" id="{1D3E4DCD-C2BA-4C8D-A735-63302DD2D56A}"/>
              </a:ext>
            </a:extLst>
          </p:cNvPr>
          <p:cNvSpPr/>
          <p:nvPr/>
        </p:nvSpPr>
        <p:spPr>
          <a:xfrm>
            <a:off x="9081210" y="4258546"/>
            <a:ext cx="2112747" cy="1174923"/>
          </a:xfrm>
          <a:custGeom>
            <a:avLst/>
            <a:gdLst>
              <a:gd name="connsiteX0" fmla="*/ 0 w 2585720"/>
              <a:gd name="connsiteY0" fmla="*/ 1036981 h 1174923"/>
              <a:gd name="connsiteX1" fmla="*/ 101600 w 2585720"/>
              <a:gd name="connsiteY1" fmla="*/ 930301 h 1174923"/>
              <a:gd name="connsiteX2" fmla="*/ 279400 w 2585720"/>
              <a:gd name="connsiteY2" fmla="*/ 1174141 h 1174923"/>
              <a:gd name="connsiteX3" fmla="*/ 482600 w 2585720"/>
              <a:gd name="connsiteY3" fmla="*/ 833781 h 1174923"/>
              <a:gd name="connsiteX4" fmla="*/ 645160 w 2585720"/>
              <a:gd name="connsiteY4" fmla="*/ 935381 h 1174923"/>
              <a:gd name="connsiteX5" fmla="*/ 863600 w 2585720"/>
              <a:gd name="connsiteY5" fmla="*/ 457861 h 1174923"/>
              <a:gd name="connsiteX6" fmla="*/ 1005840 w 2585720"/>
              <a:gd name="connsiteY6" fmla="*/ 528981 h 1174923"/>
              <a:gd name="connsiteX7" fmla="*/ 1229360 w 2585720"/>
              <a:gd name="connsiteY7" fmla="*/ 97181 h 1174923"/>
              <a:gd name="connsiteX8" fmla="*/ 1407160 w 2585720"/>
              <a:gd name="connsiteY8" fmla="*/ 254661 h 1174923"/>
              <a:gd name="connsiteX9" fmla="*/ 1590040 w 2585720"/>
              <a:gd name="connsiteY9" fmla="*/ 661 h 1174923"/>
              <a:gd name="connsiteX10" fmla="*/ 1803400 w 2585720"/>
              <a:gd name="connsiteY10" fmla="*/ 346101 h 1174923"/>
              <a:gd name="connsiteX11" fmla="*/ 1945640 w 2585720"/>
              <a:gd name="connsiteY11" fmla="*/ 249581 h 1174923"/>
              <a:gd name="connsiteX12" fmla="*/ 2174240 w 2585720"/>
              <a:gd name="connsiteY12" fmla="*/ 722021 h 1174923"/>
              <a:gd name="connsiteX13" fmla="*/ 2311400 w 2585720"/>
              <a:gd name="connsiteY13" fmla="*/ 655981 h 1174923"/>
              <a:gd name="connsiteX14" fmla="*/ 2504440 w 2585720"/>
              <a:gd name="connsiteY14" fmla="*/ 1052221 h 1174923"/>
              <a:gd name="connsiteX15" fmla="*/ 2585720 w 2585720"/>
              <a:gd name="connsiteY15" fmla="*/ 1067461 h 1174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85720" h="1174923">
                <a:moveTo>
                  <a:pt x="0" y="1036981"/>
                </a:moveTo>
                <a:cubicBezTo>
                  <a:pt x="27516" y="972211"/>
                  <a:pt x="55033" y="907441"/>
                  <a:pt x="101600" y="930301"/>
                </a:cubicBezTo>
                <a:cubicBezTo>
                  <a:pt x="148167" y="953161"/>
                  <a:pt x="215900" y="1190228"/>
                  <a:pt x="279400" y="1174141"/>
                </a:cubicBezTo>
                <a:cubicBezTo>
                  <a:pt x="342900" y="1158054"/>
                  <a:pt x="421640" y="873574"/>
                  <a:pt x="482600" y="833781"/>
                </a:cubicBezTo>
                <a:cubicBezTo>
                  <a:pt x="543560" y="793988"/>
                  <a:pt x="581660" y="998034"/>
                  <a:pt x="645160" y="935381"/>
                </a:cubicBezTo>
                <a:cubicBezTo>
                  <a:pt x="708660" y="872728"/>
                  <a:pt x="803487" y="525594"/>
                  <a:pt x="863600" y="457861"/>
                </a:cubicBezTo>
                <a:cubicBezTo>
                  <a:pt x="923713" y="390128"/>
                  <a:pt x="944880" y="589094"/>
                  <a:pt x="1005840" y="528981"/>
                </a:cubicBezTo>
                <a:cubicBezTo>
                  <a:pt x="1066800" y="468868"/>
                  <a:pt x="1162473" y="142901"/>
                  <a:pt x="1229360" y="97181"/>
                </a:cubicBezTo>
                <a:cubicBezTo>
                  <a:pt x="1296247" y="51461"/>
                  <a:pt x="1347047" y="270748"/>
                  <a:pt x="1407160" y="254661"/>
                </a:cubicBezTo>
                <a:cubicBezTo>
                  <a:pt x="1467273" y="238574"/>
                  <a:pt x="1524000" y="-14579"/>
                  <a:pt x="1590040" y="661"/>
                </a:cubicBezTo>
                <a:cubicBezTo>
                  <a:pt x="1656080" y="15901"/>
                  <a:pt x="1744133" y="304614"/>
                  <a:pt x="1803400" y="346101"/>
                </a:cubicBezTo>
                <a:cubicBezTo>
                  <a:pt x="1862667" y="387588"/>
                  <a:pt x="1883833" y="186928"/>
                  <a:pt x="1945640" y="249581"/>
                </a:cubicBezTo>
                <a:cubicBezTo>
                  <a:pt x="2007447" y="312234"/>
                  <a:pt x="2113280" y="654288"/>
                  <a:pt x="2174240" y="722021"/>
                </a:cubicBezTo>
                <a:cubicBezTo>
                  <a:pt x="2235200" y="789754"/>
                  <a:pt x="2256367" y="600948"/>
                  <a:pt x="2311400" y="655981"/>
                </a:cubicBezTo>
                <a:cubicBezTo>
                  <a:pt x="2366433" y="711014"/>
                  <a:pt x="2458720" y="983641"/>
                  <a:pt x="2504440" y="1052221"/>
                </a:cubicBezTo>
                <a:cubicBezTo>
                  <a:pt x="2550160" y="1120801"/>
                  <a:pt x="2567940" y="1094131"/>
                  <a:pt x="2585720" y="1067461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53">
            <a:extLst>
              <a:ext uri="{FF2B5EF4-FFF2-40B4-BE49-F238E27FC236}">
                <a16:creationId xmlns:a16="http://schemas.microsoft.com/office/drawing/2014/main" id="{DC29218F-7102-286D-A003-BDA724DBEC63}"/>
              </a:ext>
            </a:extLst>
          </p:cNvPr>
          <p:cNvSpPr txBox="1"/>
          <p:nvPr/>
        </p:nvSpPr>
        <p:spPr>
          <a:xfrm>
            <a:off x="2664277" y="815164"/>
            <a:ext cx="2109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Digital twin of the 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625C28-FC43-4B62-47F8-B263C54425D9}"/>
              </a:ext>
            </a:extLst>
          </p:cNvPr>
          <p:cNvGrpSpPr/>
          <p:nvPr/>
        </p:nvGrpSpPr>
        <p:grpSpPr>
          <a:xfrm>
            <a:off x="10040917" y="2564882"/>
            <a:ext cx="1889418" cy="985337"/>
            <a:chOff x="10040917" y="2564882"/>
            <a:chExt cx="1889418" cy="98533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E44C67B-4B84-51A7-CD39-C49E99F5939F}"/>
                </a:ext>
              </a:extLst>
            </p:cNvPr>
            <p:cNvSpPr/>
            <p:nvPr/>
          </p:nvSpPr>
          <p:spPr>
            <a:xfrm>
              <a:off x="10040917" y="2564882"/>
              <a:ext cx="1888403" cy="9853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文本框 53">
              <a:extLst>
                <a:ext uri="{FF2B5EF4-FFF2-40B4-BE49-F238E27FC236}">
                  <a16:creationId xmlns:a16="http://schemas.microsoft.com/office/drawing/2014/main" id="{7D35B141-DF06-98B4-A660-CC186EC6A316}"/>
                </a:ext>
              </a:extLst>
            </p:cNvPr>
            <p:cNvSpPr txBox="1"/>
            <p:nvPr/>
          </p:nvSpPr>
          <p:spPr>
            <a:xfrm>
              <a:off x="10061075" y="2642052"/>
              <a:ext cx="18692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Futura" pitchFamily="50" charset="0"/>
                </a:rPr>
                <a:t>AI Based Control of the Fast Charging Station</a:t>
              </a:r>
              <a:endParaRPr lang="zh-CN" altLang="en-US" sz="1600" dirty="0">
                <a:latin typeface="Futura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621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069 C -0.00013 0.10648 0.00013 0.21343 0.00052 0.32084 L -0.01615 0.31991 " pathEditMode="relative" ptsTypes="AAA">
                                      <p:cBhvr>
                                        <p:cTn id="14" dur="2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0023 C -0.00065 0.13611 -0.00052 0.27268 -0.00026 0.40926 L -0.03984 0.40833 " pathEditMode="relative" ptsTypes="AAA">
                                      <p:cBhvr>
                                        <p:cTn id="16" dur="2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0.00023 C -0.00065 0.16528 -0.00039 0.33102 3.33333E-6 0.49676 L -0.06211 0.49444 " pathEditMode="relative" ptsTypes="AAA">
                                      <p:cBhvr>
                                        <p:cTn id="18" dur="2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" grpId="0" animBg="1"/>
      <p:bldP spid="262" grpId="0" animBg="1"/>
      <p:bldP spid="263" grpId="0" animBg="1"/>
      <p:bldP spid="2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lowchart: Data 95">
            <a:extLst>
              <a:ext uri="{FF2B5EF4-FFF2-40B4-BE49-F238E27FC236}">
                <a16:creationId xmlns:a16="http://schemas.microsoft.com/office/drawing/2014/main" id="{195A97A4-F5D0-4093-8BCD-685F338F0CA8}"/>
              </a:ext>
            </a:extLst>
          </p:cNvPr>
          <p:cNvSpPr/>
          <p:nvPr/>
        </p:nvSpPr>
        <p:spPr>
          <a:xfrm>
            <a:off x="294077" y="3593724"/>
            <a:ext cx="8790940" cy="3007139"/>
          </a:xfrm>
          <a:prstGeom prst="flowChartInputOutput">
            <a:avLst/>
          </a:prstGeom>
          <a:solidFill>
            <a:srgbClr val="009EC4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696E758-751B-42D8-AB0E-C128CCC0342D}"/>
              </a:ext>
            </a:extLst>
          </p:cNvPr>
          <p:cNvGrpSpPr/>
          <p:nvPr/>
        </p:nvGrpSpPr>
        <p:grpSpPr>
          <a:xfrm>
            <a:off x="1194609" y="5485253"/>
            <a:ext cx="1260277" cy="1010392"/>
            <a:chOff x="1194609" y="5485253"/>
            <a:chExt cx="1260277" cy="10103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2CDBFD7-921B-4EC5-AAAC-9F68AFBA0185}"/>
                </a:ext>
              </a:extLst>
            </p:cNvPr>
            <p:cNvGrpSpPr/>
            <p:nvPr/>
          </p:nvGrpSpPr>
          <p:grpSpPr>
            <a:xfrm>
              <a:off x="1252680" y="5485253"/>
              <a:ext cx="1144135" cy="310813"/>
              <a:chOff x="1801039" y="2626926"/>
              <a:chExt cx="880274" cy="310813"/>
            </a:xfrm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C27BFF4-5E52-4A80-AC6B-C2026C4B3A73}"/>
                  </a:ext>
                </a:extLst>
              </p:cNvPr>
              <p:cNvSpPr/>
              <p:nvPr/>
            </p:nvSpPr>
            <p:spPr>
              <a:xfrm>
                <a:off x="1811678" y="2674052"/>
                <a:ext cx="860165" cy="216365"/>
              </a:xfrm>
              <a:custGeom>
                <a:avLst/>
                <a:gdLst>
                  <a:gd name="connsiteX0" fmla="*/ 0 w 804285"/>
                  <a:gd name="connsiteY0" fmla="*/ 0 h 152865"/>
                  <a:gd name="connsiteX1" fmla="*/ 804285 w 804285"/>
                  <a:gd name="connsiteY1" fmla="*/ 0 h 152865"/>
                  <a:gd name="connsiteX2" fmla="*/ 804285 w 804285"/>
                  <a:gd name="connsiteY2" fmla="*/ 152865 h 152865"/>
                  <a:gd name="connsiteX3" fmla="*/ 0 w 804285"/>
                  <a:gd name="connsiteY3" fmla="*/ 152865 h 152865"/>
                  <a:gd name="connsiteX4" fmla="*/ 0 w 804285"/>
                  <a:gd name="connsiteY4" fmla="*/ 0 h 152865"/>
                  <a:gd name="connsiteX0" fmla="*/ 55880 w 860165"/>
                  <a:gd name="connsiteY0" fmla="*/ 0 h 858985"/>
                  <a:gd name="connsiteX1" fmla="*/ 860165 w 860165"/>
                  <a:gd name="connsiteY1" fmla="*/ 0 h 858985"/>
                  <a:gd name="connsiteX2" fmla="*/ 860165 w 860165"/>
                  <a:gd name="connsiteY2" fmla="*/ 152865 h 858985"/>
                  <a:gd name="connsiteX3" fmla="*/ 0 w 860165"/>
                  <a:gd name="connsiteY3" fmla="*/ 858985 h 858985"/>
                  <a:gd name="connsiteX4" fmla="*/ 55880 w 860165"/>
                  <a:gd name="connsiteY4" fmla="*/ 0 h 858985"/>
                  <a:gd name="connsiteX0" fmla="*/ 55880 w 860165"/>
                  <a:gd name="connsiteY0" fmla="*/ 0 h 884385"/>
                  <a:gd name="connsiteX1" fmla="*/ 860165 w 860165"/>
                  <a:gd name="connsiteY1" fmla="*/ 0 h 884385"/>
                  <a:gd name="connsiteX2" fmla="*/ 844925 w 860165"/>
                  <a:gd name="connsiteY2" fmla="*/ 884385 h 884385"/>
                  <a:gd name="connsiteX3" fmla="*/ 0 w 860165"/>
                  <a:gd name="connsiteY3" fmla="*/ 858985 h 884385"/>
                  <a:gd name="connsiteX4" fmla="*/ 55880 w 860165"/>
                  <a:gd name="connsiteY4" fmla="*/ 0 h 884385"/>
                  <a:gd name="connsiteX0" fmla="*/ 63500 w 867785"/>
                  <a:gd name="connsiteY0" fmla="*/ 0 h 884385"/>
                  <a:gd name="connsiteX1" fmla="*/ 867785 w 867785"/>
                  <a:gd name="connsiteY1" fmla="*/ 0 h 884385"/>
                  <a:gd name="connsiteX2" fmla="*/ 852545 w 867785"/>
                  <a:gd name="connsiteY2" fmla="*/ 884385 h 884385"/>
                  <a:gd name="connsiteX3" fmla="*/ 0 w 867785"/>
                  <a:gd name="connsiteY3" fmla="*/ 874225 h 884385"/>
                  <a:gd name="connsiteX4" fmla="*/ 63500 w 867785"/>
                  <a:gd name="connsiteY4" fmla="*/ 0 h 884385"/>
                  <a:gd name="connsiteX0" fmla="*/ 63500 w 867785"/>
                  <a:gd name="connsiteY0" fmla="*/ 0 h 879305"/>
                  <a:gd name="connsiteX1" fmla="*/ 867785 w 867785"/>
                  <a:gd name="connsiteY1" fmla="*/ 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74745 w 867785"/>
                  <a:gd name="connsiteY1" fmla="*/ 469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545205 w 867785"/>
                  <a:gd name="connsiteY1" fmla="*/ 59690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63500 w 867785"/>
                  <a:gd name="connsiteY0" fmla="*/ 0 h 879305"/>
                  <a:gd name="connsiteX1" fmla="*/ 646805 w 867785"/>
                  <a:gd name="connsiteY1" fmla="*/ 657860 h 879305"/>
                  <a:gd name="connsiteX2" fmla="*/ 867785 w 867785"/>
                  <a:gd name="connsiteY2" fmla="*/ 879305 h 879305"/>
                  <a:gd name="connsiteX3" fmla="*/ 0 w 867785"/>
                  <a:gd name="connsiteY3" fmla="*/ 874225 h 879305"/>
                  <a:gd name="connsiteX4" fmla="*/ 63500 w 867785"/>
                  <a:gd name="connsiteY4" fmla="*/ 0 h 879305"/>
                  <a:gd name="connsiteX0" fmla="*/ 233680 w 867785"/>
                  <a:gd name="connsiteY0" fmla="*/ 0 h 226525"/>
                  <a:gd name="connsiteX1" fmla="*/ 646805 w 867785"/>
                  <a:gd name="connsiteY1" fmla="*/ 5080 h 226525"/>
                  <a:gd name="connsiteX2" fmla="*/ 867785 w 867785"/>
                  <a:gd name="connsiteY2" fmla="*/ 226525 h 226525"/>
                  <a:gd name="connsiteX3" fmla="*/ 0 w 867785"/>
                  <a:gd name="connsiteY3" fmla="*/ 221445 h 226525"/>
                  <a:gd name="connsiteX4" fmla="*/ 233680 w 867785"/>
                  <a:gd name="connsiteY4" fmla="*/ 0 h 226525"/>
                  <a:gd name="connsiteX0" fmla="*/ 226060 w 867785"/>
                  <a:gd name="connsiteY0" fmla="*/ 3302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26060 w 867785"/>
                  <a:gd name="connsiteY4" fmla="*/ 33020 h 221445"/>
                  <a:gd name="connsiteX0" fmla="*/ 215900 w 867785"/>
                  <a:gd name="connsiteY0" fmla="*/ 2540 h 221445"/>
                  <a:gd name="connsiteX1" fmla="*/ 646805 w 867785"/>
                  <a:gd name="connsiteY1" fmla="*/ 0 h 221445"/>
                  <a:gd name="connsiteX2" fmla="*/ 867785 w 867785"/>
                  <a:gd name="connsiteY2" fmla="*/ 221445 h 221445"/>
                  <a:gd name="connsiteX3" fmla="*/ 0 w 867785"/>
                  <a:gd name="connsiteY3" fmla="*/ 216365 h 221445"/>
                  <a:gd name="connsiteX4" fmla="*/ 215900 w 867785"/>
                  <a:gd name="connsiteY4" fmla="*/ 2540 h 221445"/>
                  <a:gd name="connsiteX0" fmla="*/ 215900 w 860165"/>
                  <a:gd name="connsiteY0" fmla="*/ 2540 h 216365"/>
                  <a:gd name="connsiteX1" fmla="*/ 646805 w 860165"/>
                  <a:gd name="connsiteY1" fmla="*/ 0 h 216365"/>
                  <a:gd name="connsiteX2" fmla="*/ 860165 w 860165"/>
                  <a:gd name="connsiteY2" fmla="*/ 216365 h 216365"/>
                  <a:gd name="connsiteX3" fmla="*/ 0 w 860165"/>
                  <a:gd name="connsiteY3" fmla="*/ 216365 h 216365"/>
                  <a:gd name="connsiteX4" fmla="*/ 215900 w 860165"/>
                  <a:gd name="connsiteY4" fmla="*/ 2540 h 216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165" h="216365">
                    <a:moveTo>
                      <a:pt x="215900" y="2540"/>
                    </a:moveTo>
                    <a:lnTo>
                      <a:pt x="646805" y="0"/>
                    </a:lnTo>
                    <a:lnTo>
                      <a:pt x="860165" y="216365"/>
                    </a:lnTo>
                    <a:lnTo>
                      <a:pt x="0" y="216365"/>
                    </a:lnTo>
                    <a:lnTo>
                      <a:pt x="215900" y="25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4DB59484-D80F-44D1-AA77-8C185AE3EF85}"/>
                  </a:ext>
                </a:extLst>
              </p:cNvPr>
              <p:cNvGrpSpPr/>
              <p:nvPr/>
            </p:nvGrpSpPr>
            <p:grpSpPr>
              <a:xfrm>
                <a:off x="1801039" y="2626926"/>
                <a:ext cx="880274" cy="310813"/>
                <a:chOff x="1484487" y="2160412"/>
                <a:chExt cx="1954171" cy="689991"/>
              </a:xfrm>
            </p:grpSpPr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80E631EC-17E5-48BC-9118-F2CCE7149640}"/>
                    </a:ext>
                  </a:extLst>
                </p:cNvPr>
                <p:cNvGrpSpPr/>
                <p:nvPr/>
              </p:nvGrpSpPr>
              <p:grpSpPr>
                <a:xfrm>
                  <a:off x="1489663" y="2752601"/>
                  <a:ext cx="1944888" cy="97802"/>
                  <a:chOff x="1489663" y="2752601"/>
                  <a:chExt cx="1944888" cy="97802"/>
                </a:xfrm>
              </p:grpSpPr>
              <p:sp>
                <p:nvSpPr>
                  <p:cNvPr id="272" name="Rectangle 271">
                    <a:extLst>
                      <a:ext uri="{FF2B5EF4-FFF2-40B4-BE49-F238E27FC236}">
                        <a16:creationId xmlns:a16="http://schemas.microsoft.com/office/drawing/2014/main" id="{D5537E3F-04B4-4B55-84A5-A4D9215C2847}"/>
                      </a:ext>
                    </a:extLst>
                  </p:cNvPr>
                  <p:cNvSpPr/>
                  <p:nvPr/>
                </p:nvSpPr>
                <p:spPr>
                  <a:xfrm>
                    <a:off x="148966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46CFA523-08F4-4597-A35F-8EACBD935A31}"/>
                      </a:ext>
                    </a:extLst>
                  </p:cNvPr>
                  <p:cNvSpPr/>
                  <p:nvPr/>
                </p:nvSpPr>
                <p:spPr>
                  <a:xfrm>
                    <a:off x="1814877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BCA60808-10EB-4327-BB2C-AA0B360B0F31}"/>
                      </a:ext>
                    </a:extLst>
                  </p:cNvPr>
                  <p:cNvSpPr/>
                  <p:nvPr/>
                </p:nvSpPr>
                <p:spPr>
                  <a:xfrm>
                    <a:off x="2140091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67B893FE-E75B-4793-9332-79510ADC32B1}"/>
                      </a:ext>
                    </a:extLst>
                  </p:cNvPr>
                  <p:cNvSpPr/>
                  <p:nvPr/>
                </p:nvSpPr>
                <p:spPr>
                  <a:xfrm>
                    <a:off x="2465305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A9465BC9-6DEA-47A3-92C4-C57043E7CBF6}"/>
                      </a:ext>
                    </a:extLst>
                  </p:cNvPr>
                  <p:cNvSpPr/>
                  <p:nvPr/>
                </p:nvSpPr>
                <p:spPr>
                  <a:xfrm>
                    <a:off x="2790519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2AFC3999-8638-4A50-ADC5-5F06D5898F88}"/>
                      </a:ext>
                    </a:extLst>
                  </p:cNvPr>
                  <p:cNvSpPr/>
                  <p:nvPr/>
                </p:nvSpPr>
                <p:spPr>
                  <a:xfrm>
                    <a:off x="3115733" y="2752601"/>
                    <a:ext cx="318818" cy="9780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621C8736-A8C6-4E0B-A4BD-2A494D244878}"/>
                    </a:ext>
                  </a:extLst>
                </p:cNvPr>
                <p:cNvSpPr/>
                <p:nvPr/>
              </p:nvSpPr>
              <p:spPr>
                <a:xfrm>
                  <a:off x="1982993" y="2160412"/>
                  <a:ext cx="958229" cy="9780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461A5905-75B9-4477-ACA2-F53990098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84487" y="2258216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5E6FAC4F-EDF0-40A5-996E-FD84C489D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34097" y="2253912"/>
                  <a:ext cx="504561" cy="49438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C178B7B8-45F2-4A47-93FE-9C7C61D731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62461" y="2256062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7C839B02-DA32-4F8F-9360-3EA1E3BB1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8832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245633AD-6EEC-4E85-9CE6-1807E774DC26}"/>
                    </a:ext>
                  </a:extLst>
                </p:cNvPr>
                <p:cNvCxnSpPr>
                  <a:cxnSpLocks/>
                  <a:stCxn id="278" idx="2"/>
                  <a:endCxn id="275" idx="1"/>
                </p:cNvCxnSpPr>
                <p:nvPr/>
              </p:nvCxnSpPr>
              <p:spPr>
                <a:xfrm>
                  <a:off x="2462108" y="2258214"/>
                  <a:ext cx="3197" cy="5432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9AA5E3FF-F8E4-4820-88A2-C583FD643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13657" y="2256061"/>
                  <a:ext cx="350932" cy="4943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5DD54635-AD37-42D6-AE5C-38AA6645A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43290" y="2258214"/>
                  <a:ext cx="179296" cy="49008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215A3500-C272-48FC-B1CC-DF46300F3606}"/>
                </a:ext>
              </a:extLst>
            </p:cNvPr>
            <p:cNvSpPr/>
            <p:nvPr/>
          </p:nvSpPr>
          <p:spPr>
            <a:xfrm>
              <a:off x="1297092" y="5801146"/>
              <a:ext cx="1055310" cy="6453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: Rounded Corners 312">
              <a:extLst>
                <a:ext uri="{FF2B5EF4-FFF2-40B4-BE49-F238E27FC236}">
                  <a16:creationId xmlns:a16="http://schemas.microsoft.com/office/drawing/2014/main" id="{FFCE538C-D5B4-43AF-AD60-71C5D0D394F8}"/>
                </a:ext>
              </a:extLst>
            </p:cNvPr>
            <p:cNvSpPr/>
            <p:nvPr/>
          </p:nvSpPr>
          <p:spPr>
            <a:xfrm>
              <a:off x="1194609" y="6446509"/>
              <a:ext cx="1260277" cy="49136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8" name="Freeform: Shape 387">
            <a:extLst>
              <a:ext uri="{FF2B5EF4-FFF2-40B4-BE49-F238E27FC236}">
                <a16:creationId xmlns:a16="http://schemas.microsoft.com/office/drawing/2014/main" id="{3FC20F76-649A-441B-BC6A-1C1A104CBDF9}"/>
              </a:ext>
            </a:extLst>
          </p:cNvPr>
          <p:cNvSpPr/>
          <p:nvPr/>
        </p:nvSpPr>
        <p:spPr>
          <a:xfrm>
            <a:off x="1306247" y="5806855"/>
            <a:ext cx="584763" cy="634574"/>
          </a:xfrm>
          <a:custGeom>
            <a:avLst/>
            <a:gdLst>
              <a:gd name="connsiteX0" fmla="*/ 0 w 700769"/>
              <a:gd name="connsiteY0" fmla="*/ 0 h 720089"/>
              <a:gd name="connsiteX1" fmla="*/ 617148 w 700769"/>
              <a:gd name="connsiteY1" fmla="*/ 0 h 720089"/>
              <a:gd name="connsiteX2" fmla="*/ 617148 w 700769"/>
              <a:gd name="connsiteY2" fmla="*/ 45719 h 720089"/>
              <a:gd name="connsiteX3" fmla="*/ 609002 w 700769"/>
              <a:gd name="connsiteY3" fmla="*/ 45719 h 720089"/>
              <a:gd name="connsiteX4" fmla="*/ 527800 w 700769"/>
              <a:gd name="connsiteY4" fmla="*/ 139182 h 720089"/>
              <a:gd name="connsiteX5" fmla="*/ 641882 w 700769"/>
              <a:gd name="connsiteY5" fmla="*/ 233829 h 720089"/>
              <a:gd name="connsiteX6" fmla="*/ 531950 w 700769"/>
              <a:gd name="connsiteY6" fmla="*/ 284907 h 720089"/>
              <a:gd name="connsiteX7" fmla="*/ 639480 w 700769"/>
              <a:gd name="connsiteY7" fmla="*/ 331842 h 720089"/>
              <a:gd name="connsiteX8" fmla="*/ 574676 w 700769"/>
              <a:gd name="connsiteY8" fmla="*/ 412940 h 720089"/>
              <a:gd name="connsiteX9" fmla="*/ 634028 w 700769"/>
              <a:gd name="connsiteY9" fmla="*/ 438846 h 720089"/>
              <a:gd name="connsiteX10" fmla="*/ 560727 w 700769"/>
              <a:gd name="connsiteY10" fmla="*/ 471268 h 720089"/>
              <a:gd name="connsiteX11" fmla="*/ 653079 w 700769"/>
              <a:gd name="connsiteY11" fmla="*/ 542822 h 720089"/>
              <a:gd name="connsiteX12" fmla="*/ 586812 w 700769"/>
              <a:gd name="connsiteY12" fmla="*/ 585245 h 720089"/>
              <a:gd name="connsiteX13" fmla="*/ 700769 w 700769"/>
              <a:gd name="connsiteY13" fmla="*/ 633471 h 720089"/>
              <a:gd name="connsiteX14" fmla="*/ 592508 w 700769"/>
              <a:gd name="connsiteY14" fmla="*/ 699919 h 720089"/>
              <a:gd name="connsiteX15" fmla="*/ 592508 w 700769"/>
              <a:gd name="connsiteY15" fmla="*/ 720089 h 720089"/>
              <a:gd name="connsiteX16" fmla="*/ 1 w 700769"/>
              <a:gd name="connsiteY16" fmla="*/ 720089 h 720089"/>
              <a:gd name="connsiteX17" fmla="*/ 1 w 700769"/>
              <a:gd name="connsiteY17" fmla="*/ 702439 h 720089"/>
              <a:gd name="connsiteX18" fmla="*/ 1 w 700769"/>
              <a:gd name="connsiteY18" fmla="*/ 608964 h 720089"/>
              <a:gd name="connsiteX19" fmla="*/ 1 w 700769"/>
              <a:gd name="connsiteY19" fmla="*/ 45719 h 720089"/>
              <a:gd name="connsiteX20" fmla="*/ 0 w 700769"/>
              <a:gd name="connsiteY20" fmla="*/ 45719 h 72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00769" h="720089">
                <a:moveTo>
                  <a:pt x="0" y="0"/>
                </a:moveTo>
                <a:lnTo>
                  <a:pt x="617148" y="0"/>
                </a:lnTo>
                <a:lnTo>
                  <a:pt x="617148" y="45719"/>
                </a:lnTo>
                <a:lnTo>
                  <a:pt x="609002" y="45719"/>
                </a:lnTo>
                <a:lnTo>
                  <a:pt x="527800" y="139182"/>
                </a:lnTo>
                <a:lnTo>
                  <a:pt x="641882" y="233829"/>
                </a:lnTo>
                <a:lnTo>
                  <a:pt x="531950" y="284907"/>
                </a:lnTo>
                <a:lnTo>
                  <a:pt x="639480" y="331842"/>
                </a:lnTo>
                <a:lnTo>
                  <a:pt x="574676" y="412940"/>
                </a:lnTo>
                <a:lnTo>
                  <a:pt x="634028" y="438846"/>
                </a:lnTo>
                <a:lnTo>
                  <a:pt x="560727" y="471268"/>
                </a:lnTo>
                <a:lnTo>
                  <a:pt x="653079" y="542822"/>
                </a:lnTo>
                <a:lnTo>
                  <a:pt x="586812" y="585245"/>
                </a:lnTo>
                <a:lnTo>
                  <a:pt x="700769" y="633471"/>
                </a:lnTo>
                <a:lnTo>
                  <a:pt x="592508" y="699919"/>
                </a:lnTo>
                <a:lnTo>
                  <a:pt x="592508" y="720089"/>
                </a:lnTo>
                <a:lnTo>
                  <a:pt x="1" y="720089"/>
                </a:lnTo>
                <a:lnTo>
                  <a:pt x="1" y="702439"/>
                </a:lnTo>
                <a:lnTo>
                  <a:pt x="1" y="608964"/>
                </a:lnTo>
                <a:lnTo>
                  <a:pt x="1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2D50AA9A-2650-4A67-8951-ED2822AC355E}"/>
              </a:ext>
            </a:extLst>
          </p:cNvPr>
          <p:cNvSpPr/>
          <p:nvPr/>
        </p:nvSpPr>
        <p:spPr>
          <a:xfrm>
            <a:off x="3878087" y="5335136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623B2873-F9D3-4A24-92C4-F4098E2EE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57336" y="4402298"/>
            <a:ext cx="831023" cy="434811"/>
          </a:xfrm>
          <a:prstGeom prst="rect">
            <a:avLst/>
          </a:prstGeom>
        </p:spPr>
      </p:pic>
      <p:sp>
        <p:nvSpPr>
          <p:cNvPr id="85" name="Flowchart: Data 84">
            <a:extLst>
              <a:ext uri="{FF2B5EF4-FFF2-40B4-BE49-F238E27FC236}">
                <a16:creationId xmlns:a16="http://schemas.microsoft.com/office/drawing/2014/main" id="{C09546A0-A9B5-4151-8134-2CA81A65B05A}"/>
              </a:ext>
            </a:extLst>
          </p:cNvPr>
          <p:cNvSpPr/>
          <p:nvPr/>
        </p:nvSpPr>
        <p:spPr>
          <a:xfrm>
            <a:off x="6556376" y="2424806"/>
            <a:ext cx="3226676" cy="1025866"/>
          </a:xfrm>
          <a:prstGeom prst="flowChartInputOutput">
            <a:avLst/>
          </a:prstGeom>
          <a:solidFill>
            <a:schemeClr val="accent6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lowchart: Data 83">
            <a:extLst>
              <a:ext uri="{FF2B5EF4-FFF2-40B4-BE49-F238E27FC236}">
                <a16:creationId xmlns:a16="http://schemas.microsoft.com/office/drawing/2014/main" id="{A55C9B1D-1CAE-4C1E-9B47-62A8E3BEBC09}"/>
              </a:ext>
            </a:extLst>
          </p:cNvPr>
          <p:cNvSpPr/>
          <p:nvPr/>
        </p:nvSpPr>
        <p:spPr>
          <a:xfrm>
            <a:off x="7266881" y="1202473"/>
            <a:ext cx="3226676" cy="1006840"/>
          </a:xfrm>
          <a:prstGeom prst="flowChartInputOutpu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EAC6D-47A7-42A0-B7F5-DBBD0B0A4107}"/>
              </a:ext>
            </a:extLst>
          </p:cNvPr>
          <p:cNvSpPr txBox="1"/>
          <p:nvPr/>
        </p:nvSpPr>
        <p:spPr>
          <a:xfrm>
            <a:off x="310718" y="292963"/>
            <a:ext cx="5273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Power Quality of EV Fast Charging Station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sp>
        <p:nvSpPr>
          <p:cNvPr id="25" name="文本框 53">
            <a:extLst>
              <a:ext uri="{FF2B5EF4-FFF2-40B4-BE49-F238E27FC236}">
                <a16:creationId xmlns:a16="http://schemas.microsoft.com/office/drawing/2014/main" id="{EC91A1EC-A2E9-4F20-AD1E-9F4652C328AE}"/>
              </a:ext>
            </a:extLst>
          </p:cNvPr>
          <p:cNvSpPr txBox="1"/>
          <p:nvPr/>
        </p:nvSpPr>
        <p:spPr>
          <a:xfrm>
            <a:off x="7266881" y="1300332"/>
            <a:ext cx="1290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MV Substation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78363DA-3B2A-45C6-9FF4-F5391EF9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3952" y="1334145"/>
            <a:ext cx="852671" cy="25866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D1AF51A-8D3F-4357-AB35-0C040757A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284470" flipH="1">
            <a:off x="7942165" y="1469788"/>
            <a:ext cx="854483" cy="259213"/>
          </a:xfrm>
          <a:prstGeom prst="rect">
            <a:avLst/>
          </a:prstGeom>
        </p:spPr>
      </p:pic>
      <p:sp>
        <p:nvSpPr>
          <p:cNvPr id="28" name="文本框 53">
            <a:extLst>
              <a:ext uri="{FF2B5EF4-FFF2-40B4-BE49-F238E27FC236}">
                <a16:creationId xmlns:a16="http://schemas.microsoft.com/office/drawing/2014/main" id="{334A98CF-FF6D-4F9D-9E8E-F691FE7B7FF2}"/>
              </a:ext>
            </a:extLst>
          </p:cNvPr>
          <p:cNvSpPr txBox="1"/>
          <p:nvPr/>
        </p:nvSpPr>
        <p:spPr>
          <a:xfrm>
            <a:off x="8171621" y="1923534"/>
            <a:ext cx="1774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Transmission Grid</a:t>
            </a:r>
            <a:endParaRPr lang="zh-CN" altLang="en-US" sz="1400" dirty="0">
              <a:latin typeface="Futura" pitchFamily="50" charset="0"/>
            </a:endParaRPr>
          </a:p>
        </p:txBody>
      </p:sp>
      <p:sp>
        <p:nvSpPr>
          <p:cNvPr id="29" name="文本框 53">
            <a:extLst>
              <a:ext uri="{FF2B5EF4-FFF2-40B4-BE49-F238E27FC236}">
                <a16:creationId xmlns:a16="http://schemas.microsoft.com/office/drawing/2014/main" id="{196AA526-C417-4BAB-ABBF-5E35D26B0443}"/>
              </a:ext>
            </a:extLst>
          </p:cNvPr>
          <p:cNvSpPr txBox="1"/>
          <p:nvPr/>
        </p:nvSpPr>
        <p:spPr>
          <a:xfrm>
            <a:off x="7659965" y="2411337"/>
            <a:ext cx="2236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MV Distribution Grid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0154211A-FA0B-4BE0-BD0D-ED4E2EC4A5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356327" y="2827296"/>
            <a:ext cx="1219256" cy="157500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7990DC5-7399-4044-BA2E-89CF4FF889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85900" y="2729493"/>
            <a:ext cx="226339" cy="66015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2840B677-5F33-4389-84AD-CA5BBF552E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5821" y="2444849"/>
            <a:ext cx="1372956" cy="42119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2D36251-1854-4919-8118-B169E55965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7202633" y="1728416"/>
            <a:ext cx="358791" cy="748572"/>
          </a:xfrm>
          <a:prstGeom prst="rect">
            <a:avLst/>
          </a:prstGeom>
        </p:spPr>
      </p:pic>
      <p:sp>
        <p:nvSpPr>
          <p:cNvPr id="39" name="文本框 53">
            <a:extLst>
              <a:ext uri="{FF2B5EF4-FFF2-40B4-BE49-F238E27FC236}">
                <a16:creationId xmlns:a16="http://schemas.microsoft.com/office/drawing/2014/main" id="{6567949A-7AEC-4DA7-905A-9A8310C1C072}"/>
              </a:ext>
            </a:extLst>
          </p:cNvPr>
          <p:cNvSpPr txBox="1"/>
          <p:nvPr/>
        </p:nvSpPr>
        <p:spPr>
          <a:xfrm>
            <a:off x="6007675" y="5660797"/>
            <a:ext cx="9662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LV AC bus</a:t>
            </a:r>
            <a:endParaRPr lang="zh-CN" altLang="en-US" sz="1200" dirty="0">
              <a:latin typeface="Futura" pitchFamily="50" charset="0"/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FFA5812D-1FFC-4D03-8289-CA74FB0942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875969" flipH="1">
            <a:off x="8696606" y="1147591"/>
            <a:ext cx="496128" cy="15050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055F0D45-4199-491A-9775-FD0BB021F93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57796" flipH="1">
            <a:off x="8697509" y="1274140"/>
            <a:ext cx="496128" cy="15050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6666DED-1C3C-4B04-8D4D-DB42BE2C9C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83764" y="1096681"/>
            <a:ext cx="300521" cy="88486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DD0F1E8A-CF01-4B63-AFCD-BA9A1457F6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7513149" y="1553009"/>
            <a:ext cx="670427" cy="52860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4FDADF0F-2DF6-465E-BB2A-AE8EC568813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16018" y="4268772"/>
            <a:ext cx="642972" cy="40575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CC59920-7942-4A0F-8CF4-53AAA1B597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7494" y="2330992"/>
            <a:ext cx="226339" cy="660156"/>
          </a:xfrm>
          <a:prstGeom prst="rect">
            <a:avLst/>
          </a:prstGeom>
        </p:spPr>
      </p:pic>
      <p:sp>
        <p:nvSpPr>
          <p:cNvPr id="87" name="文本框 53">
            <a:extLst>
              <a:ext uri="{FF2B5EF4-FFF2-40B4-BE49-F238E27FC236}">
                <a16:creationId xmlns:a16="http://schemas.microsoft.com/office/drawing/2014/main" id="{99DC6067-B120-486A-A66C-C91EA35178B7}"/>
              </a:ext>
            </a:extLst>
          </p:cNvPr>
          <p:cNvSpPr txBox="1"/>
          <p:nvPr/>
        </p:nvSpPr>
        <p:spPr>
          <a:xfrm>
            <a:off x="6418585" y="3927980"/>
            <a:ext cx="1568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FCS Transformer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111" name="文本框 53">
            <a:extLst>
              <a:ext uri="{FF2B5EF4-FFF2-40B4-BE49-F238E27FC236}">
                <a16:creationId xmlns:a16="http://schemas.microsoft.com/office/drawing/2014/main" id="{BE13090D-4C48-40B1-AA22-7CF899F3BB13}"/>
              </a:ext>
            </a:extLst>
          </p:cNvPr>
          <p:cNvSpPr txBox="1"/>
          <p:nvPr/>
        </p:nvSpPr>
        <p:spPr>
          <a:xfrm>
            <a:off x="1974286" y="3614797"/>
            <a:ext cx="2447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5F63A5E6-EB6E-401B-8D89-599B13473B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05475" y="4263403"/>
            <a:ext cx="875099" cy="341502"/>
          </a:xfrm>
          <a:prstGeom prst="rect">
            <a:avLst/>
          </a:prstGeom>
          <a:effectLst/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C5384C37-0967-4E8F-B979-6EC0DE2BDA77}"/>
              </a:ext>
            </a:extLst>
          </p:cNvPr>
          <p:cNvCxnSpPr>
            <a:cxnSpLocks/>
          </p:cNvCxnSpPr>
          <p:nvPr/>
        </p:nvCxnSpPr>
        <p:spPr>
          <a:xfrm>
            <a:off x="4805326" y="4263403"/>
            <a:ext cx="741796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6410BC6-28F2-421B-9DA8-610BAF4B96F4}"/>
              </a:ext>
            </a:extLst>
          </p:cNvPr>
          <p:cNvCxnSpPr>
            <a:cxnSpLocks/>
          </p:cNvCxnSpPr>
          <p:nvPr/>
        </p:nvCxnSpPr>
        <p:spPr>
          <a:xfrm>
            <a:off x="4651978" y="4880612"/>
            <a:ext cx="1463779" cy="1720"/>
          </a:xfrm>
          <a:prstGeom prst="line">
            <a:avLst/>
          </a:prstGeom>
          <a:ln w="25400" cap="rnd">
            <a:solidFill>
              <a:srgbClr val="FFC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AE535354-F2C9-469A-868A-A9C0F7F71595}"/>
              </a:ext>
            </a:extLst>
          </p:cNvPr>
          <p:cNvSpPr/>
          <p:nvPr/>
        </p:nvSpPr>
        <p:spPr>
          <a:xfrm>
            <a:off x="4225618" y="4152919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91A7BCC-846D-4249-B522-E0E9DCD2A825}"/>
              </a:ext>
            </a:extLst>
          </p:cNvPr>
          <p:cNvSpPr/>
          <p:nvPr/>
        </p:nvSpPr>
        <p:spPr>
          <a:xfrm>
            <a:off x="4494390" y="4052654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189FFF3-7C36-456A-ABBF-EC1EA4C75A25}"/>
              </a:ext>
            </a:extLst>
          </p:cNvPr>
          <p:cNvSpPr/>
          <p:nvPr/>
        </p:nvSpPr>
        <p:spPr>
          <a:xfrm>
            <a:off x="4458830" y="4466196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75BB937-6AA0-4986-AEB1-2B05D231E0CB}"/>
              </a:ext>
            </a:extLst>
          </p:cNvPr>
          <p:cNvGrpSpPr/>
          <p:nvPr/>
        </p:nvGrpSpPr>
        <p:grpSpPr>
          <a:xfrm>
            <a:off x="4615073" y="4266878"/>
            <a:ext cx="83752" cy="135420"/>
            <a:chOff x="5379719" y="2305749"/>
            <a:chExt cx="204336" cy="370428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9771E3C-C004-4C57-9F6F-CACD33DC0A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68B8E9-C6CC-42A2-B71E-79114B1794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44804D2-7D08-420F-8A7A-5F177FD3B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31AE932-578A-4EBF-A2A8-6AE61130299D}"/>
              </a:ext>
            </a:extLst>
          </p:cNvPr>
          <p:cNvSpPr/>
          <p:nvPr/>
        </p:nvSpPr>
        <p:spPr>
          <a:xfrm>
            <a:off x="4539622" y="4081885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8" name="Afbeelding 8" descr="TUDelft_LogoZWART.eps">
            <a:extLst>
              <a:ext uri="{FF2B5EF4-FFF2-40B4-BE49-F238E27FC236}">
                <a16:creationId xmlns:a16="http://schemas.microsoft.com/office/drawing/2014/main" id="{2B8669DE-94E3-4051-8958-8CF26D913A0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3557" y="6146923"/>
            <a:ext cx="1408419" cy="549284"/>
          </a:xfrm>
          <a:prstGeom prst="rect">
            <a:avLst/>
          </a:prstGeom>
        </p:spPr>
      </p:pic>
      <p:pic>
        <p:nvPicPr>
          <p:cNvPr id="139" name="Picture 4" descr="http://www.ewi.tudelft.nl/uploads/RTEmagicC_a26c6a4667.png.png">
            <a:extLst>
              <a:ext uri="{FF2B5EF4-FFF2-40B4-BE49-F238E27FC236}">
                <a16:creationId xmlns:a16="http://schemas.microsoft.com/office/drawing/2014/main" id="{A3C0C412-63FE-4BD9-BBB0-29048BD9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735" y="6205188"/>
            <a:ext cx="1072372" cy="59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4F18ACF3-DA86-4E99-B242-7DA2F3893FF4}"/>
              </a:ext>
            </a:extLst>
          </p:cNvPr>
          <p:cNvSpPr/>
          <p:nvPr/>
        </p:nvSpPr>
        <p:spPr>
          <a:xfrm>
            <a:off x="4318673" y="4668107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F02B5B3-C818-48F9-878B-5DCE38202405}"/>
              </a:ext>
            </a:extLst>
          </p:cNvPr>
          <p:cNvSpPr/>
          <p:nvPr/>
        </p:nvSpPr>
        <p:spPr>
          <a:xfrm>
            <a:off x="4283113" y="5081649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0D7ED05-6E45-44A1-B734-9CF53419E964}"/>
              </a:ext>
            </a:extLst>
          </p:cNvPr>
          <p:cNvGrpSpPr/>
          <p:nvPr/>
        </p:nvGrpSpPr>
        <p:grpSpPr>
          <a:xfrm>
            <a:off x="4439356" y="4882331"/>
            <a:ext cx="83752" cy="135420"/>
            <a:chOff x="5379719" y="2305749"/>
            <a:chExt cx="204336" cy="370428"/>
          </a:xfrm>
        </p:grpSpPr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7B479E-F24E-4692-B240-EE73588A1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8B7E85B-A0B1-4869-AF19-D78E07B97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53F5087-733E-48E2-BA70-9A9838F435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1E0BFA07-FBF5-453F-A66D-E94B074D950C}"/>
              </a:ext>
            </a:extLst>
          </p:cNvPr>
          <p:cNvSpPr/>
          <p:nvPr/>
        </p:nvSpPr>
        <p:spPr>
          <a:xfrm>
            <a:off x="4363905" y="4697338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8C4402C-CEEF-41BA-9B66-F39F066E2AEA}"/>
              </a:ext>
            </a:extLst>
          </p:cNvPr>
          <p:cNvCxnSpPr>
            <a:cxnSpLocks/>
          </p:cNvCxnSpPr>
          <p:nvPr/>
        </p:nvCxnSpPr>
        <p:spPr>
          <a:xfrm>
            <a:off x="4458830" y="5467290"/>
            <a:ext cx="2197947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18B49E6-E226-423E-82A7-A1903A093897}"/>
              </a:ext>
            </a:extLst>
          </p:cNvPr>
          <p:cNvSpPr/>
          <p:nvPr/>
        </p:nvSpPr>
        <p:spPr>
          <a:xfrm>
            <a:off x="4145074" y="5249662"/>
            <a:ext cx="325119" cy="380742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B0AD7E3-AC9D-4E90-B7B7-0D76BD9CE0FB}"/>
              </a:ext>
            </a:extLst>
          </p:cNvPr>
          <p:cNvSpPr/>
          <p:nvPr/>
        </p:nvSpPr>
        <p:spPr>
          <a:xfrm>
            <a:off x="4109514" y="5663204"/>
            <a:ext cx="396238" cy="88854"/>
          </a:xfrm>
          <a:prstGeom prst="rect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80CBC27-4D83-4BBC-9561-78F94CF9B8BC}"/>
              </a:ext>
            </a:extLst>
          </p:cNvPr>
          <p:cNvGrpSpPr/>
          <p:nvPr/>
        </p:nvGrpSpPr>
        <p:grpSpPr>
          <a:xfrm>
            <a:off x="4265757" y="5463886"/>
            <a:ext cx="83752" cy="135420"/>
            <a:chOff x="5379719" y="2305749"/>
            <a:chExt cx="204336" cy="370428"/>
          </a:xfrm>
        </p:grpSpPr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F2C5F22-F002-4882-A6D4-B6B0DA45A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1" y="2305751"/>
              <a:ext cx="185370" cy="17329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9FACD17-1DC8-433D-B96E-ACE9CCBC78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20" y="2480158"/>
              <a:ext cx="204334" cy="0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54A3460-6261-4DEA-8154-5585066D67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719" y="2483956"/>
              <a:ext cx="204336" cy="192221"/>
            </a:xfrm>
            <a:prstGeom prst="line">
              <a:avLst/>
            </a:prstGeom>
            <a:ln w="41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0F57C3E-F76D-4407-A105-4D8E145DDF1A}"/>
              </a:ext>
            </a:extLst>
          </p:cNvPr>
          <p:cNvCxnSpPr>
            <a:cxnSpLocks/>
          </p:cNvCxnSpPr>
          <p:nvPr/>
        </p:nvCxnSpPr>
        <p:spPr>
          <a:xfrm>
            <a:off x="2364761" y="6051825"/>
            <a:ext cx="4837872" cy="0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04FCBF07-3252-45A6-9492-7D04E6BED7E2}"/>
              </a:ext>
            </a:extLst>
          </p:cNvPr>
          <p:cNvSpPr/>
          <p:nvPr/>
        </p:nvSpPr>
        <p:spPr>
          <a:xfrm>
            <a:off x="4190306" y="5278893"/>
            <a:ext cx="234654" cy="14206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4B117A98-E4F8-4787-B1A6-BFBC8E8A9A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220095" y="4872118"/>
            <a:ext cx="875099" cy="341502"/>
          </a:xfrm>
          <a:prstGeom prst="rect">
            <a:avLst/>
          </a:prstGeom>
          <a:effectLst/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2451FB05-D1DA-4DA2-91FC-0FE03845C9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41649" y="5432133"/>
            <a:ext cx="875099" cy="341502"/>
          </a:xfrm>
          <a:prstGeom prst="rect">
            <a:avLst/>
          </a:prstGeom>
          <a:effectLst/>
        </p:spPr>
      </p:pic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D35D6180-C4D0-4B93-9C43-FE862D85D520}"/>
              </a:ext>
            </a:extLst>
          </p:cNvPr>
          <p:cNvSpPr/>
          <p:nvPr/>
        </p:nvSpPr>
        <p:spPr>
          <a:xfrm>
            <a:off x="9016050" y="3980585"/>
            <a:ext cx="2689992" cy="1886245"/>
          </a:xfrm>
          <a:prstGeom prst="roundRect">
            <a:avLst>
              <a:gd name="adj" fmla="val 5679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E164EAF-F151-4727-9419-7B6A011CA310}"/>
              </a:ext>
            </a:extLst>
          </p:cNvPr>
          <p:cNvSpPr/>
          <p:nvPr/>
        </p:nvSpPr>
        <p:spPr>
          <a:xfrm>
            <a:off x="9128466" y="3969902"/>
            <a:ext cx="2118654" cy="16193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649ACF0-143B-4F54-B30A-016C517F1FC4}"/>
              </a:ext>
            </a:extLst>
          </p:cNvPr>
          <p:cNvGrpSpPr/>
          <p:nvPr/>
        </p:nvGrpSpPr>
        <p:grpSpPr>
          <a:xfrm>
            <a:off x="9017997" y="3984396"/>
            <a:ext cx="401703" cy="1604805"/>
            <a:chOff x="9017997" y="3984396"/>
            <a:chExt cx="401703" cy="1604805"/>
          </a:xfrm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79FC3878-87DE-4887-88D0-A6C80400A2C9}"/>
                </a:ext>
              </a:extLst>
            </p:cNvPr>
            <p:cNvSpPr/>
            <p:nvPr/>
          </p:nvSpPr>
          <p:spPr>
            <a:xfrm>
              <a:off x="9026712" y="3984396"/>
              <a:ext cx="392988" cy="1076850"/>
            </a:xfrm>
            <a:prstGeom prst="roundRect">
              <a:avLst>
                <a:gd name="adj" fmla="val 30240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BACB5D0-971E-40E4-9820-0CE472E37AE2}"/>
                </a:ext>
              </a:extLst>
            </p:cNvPr>
            <p:cNvSpPr/>
            <p:nvPr/>
          </p:nvSpPr>
          <p:spPr>
            <a:xfrm>
              <a:off x="9017997" y="4907921"/>
              <a:ext cx="227603" cy="68128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8" name="Oval 197">
            <a:extLst>
              <a:ext uri="{FF2B5EF4-FFF2-40B4-BE49-F238E27FC236}">
                <a16:creationId xmlns:a16="http://schemas.microsoft.com/office/drawing/2014/main" id="{B8E44B74-1201-4333-8BEC-B0E9D1772DF9}"/>
              </a:ext>
            </a:extLst>
          </p:cNvPr>
          <p:cNvSpPr/>
          <p:nvPr/>
        </p:nvSpPr>
        <p:spPr>
          <a:xfrm>
            <a:off x="11290569" y="4081157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8EC08190-2FD7-4622-91E7-501793919DAF}"/>
              </a:ext>
            </a:extLst>
          </p:cNvPr>
          <p:cNvSpPr/>
          <p:nvPr/>
        </p:nvSpPr>
        <p:spPr>
          <a:xfrm>
            <a:off x="11290569" y="4398539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9048FC7C-5E2D-4AE2-B404-B2CDD58EA075}"/>
              </a:ext>
            </a:extLst>
          </p:cNvPr>
          <p:cNvSpPr/>
          <p:nvPr/>
        </p:nvSpPr>
        <p:spPr>
          <a:xfrm>
            <a:off x="11290569" y="4941200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5FE2232C-2624-4F5A-838A-87D1BFEE0434}"/>
              </a:ext>
            </a:extLst>
          </p:cNvPr>
          <p:cNvSpPr/>
          <p:nvPr/>
        </p:nvSpPr>
        <p:spPr>
          <a:xfrm>
            <a:off x="11331060" y="5401853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CB76AF0A-5DFB-48A3-85F3-A07BC934CA15}"/>
              </a:ext>
            </a:extLst>
          </p:cNvPr>
          <p:cNvSpPr/>
          <p:nvPr/>
        </p:nvSpPr>
        <p:spPr>
          <a:xfrm>
            <a:off x="11549442" y="4285154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: Rounded Corners 204">
            <a:extLst>
              <a:ext uri="{FF2B5EF4-FFF2-40B4-BE49-F238E27FC236}">
                <a16:creationId xmlns:a16="http://schemas.microsoft.com/office/drawing/2014/main" id="{588E0F95-F153-4C83-8DF3-21AF5ED41EB7}"/>
              </a:ext>
            </a:extLst>
          </p:cNvPr>
          <p:cNvSpPr/>
          <p:nvPr/>
        </p:nvSpPr>
        <p:spPr>
          <a:xfrm>
            <a:off x="11490658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D857D3E-6835-421A-8FB7-554C0B0DA283}"/>
              </a:ext>
            </a:extLst>
          </p:cNvPr>
          <p:cNvSpPr/>
          <p:nvPr/>
        </p:nvSpPr>
        <p:spPr>
          <a:xfrm>
            <a:off x="11503491" y="5358025"/>
            <a:ext cx="164016" cy="16401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E54E62DD-48B5-40AE-A5D2-4449D0BCBFFA}"/>
              </a:ext>
            </a:extLst>
          </p:cNvPr>
          <p:cNvSpPr/>
          <p:nvPr/>
        </p:nvSpPr>
        <p:spPr>
          <a:xfrm>
            <a:off x="11585515" y="4877116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B1E2078A-9D38-47B5-B0CD-47F0D195A8FC}"/>
              </a:ext>
            </a:extLst>
          </p:cNvPr>
          <p:cNvSpPr/>
          <p:nvPr/>
        </p:nvSpPr>
        <p:spPr>
          <a:xfrm>
            <a:off x="11490178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9FD474E1-3D44-45B8-AEC7-651563BBBCA1}"/>
              </a:ext>
            </a:extLst>
          </p:cNvPr>
          <p:cNvSpPr/>
          <p:nvPr/>
        </p:nvSpPr>
        <p:spPr>
          <a:xfrm>
            <a:off x="11585035" y="4952955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43DA9832-DC0D-45CB-AAF2-3CFC6F910D5A}"/>
              </a:ext>
            </a:extLst>
          </p:cNvPr>
          <p:cNvSpPr/>
          <p:nvPr/>
        </p:nvSpPr>
        <p:spPr>
          <a:xfrm>
            <a:off x="11490178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96931897-8021-4C4F-9395-63600987F5E1}"/>
              </a:ext>
            </a:extLst>
          </p:cNvPr>
          <p:cNvSpPr/>
          <p:nvPr/>
        </p:nvSpPr>
        <p:spPr>
          <a:xfrm>
            <a:off x="11585035" y="5025139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BDD3071E-ED4F-4056-811C-507B7B5AB209}"/>
              </a:ext>
            </a:extLst>
          </p:cNvPr>
          <p:cNvSpPr/>
          <p:nvPr/>
        </p:nvSpPr>
        <p:spPr>
          <a:xfrm>
            <a:off x="11490178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4E2828FF-9193-4771-8DFF-95DDDE7481F8}"/>
              </a:ext>
            </a:extLst>
          </p:cNvPr>
          <p:cNvSpPr/>
          <p:nvPr/>
        </p:nvSpPr>
        <p:spPr>
          <a:xfrm>
            <a:off x="11585035" y="5097323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D4F712B-FB6A-402F-A38D-3AB0EA35E5F3}"/>
              </a:ext>
            </a:extLst>
          </p:cNvPr>
          <p:cNvSpPr/>
          <p:nvPr/>
        </p:nvSpPr>
        <p:spPr>
          <a:xfrm>
            <a:off x="11331060" y="4721050"/>
            <a:ext cx="82008" cy="8200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62990073-EC99-4FC9-87D4-30164AF697C1}"/>
              </a:ext>
            </a:extLst>
          </p:cNvPr>
          <p:cNvSpPr/>
          <p:nvPr/>
        </p:nvSpPr>
        <p:spPr>
          <a:xfrm>
            <a:off x="11492718" y="4424280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AA7B7284-DFDC-44F0-995E-02CBD178D3F6}"/>
              </a:ext>
            </a:extLst>
          </p:cNvPr>
          <p:cNvSpPr/>
          <p:nvPr/>
        </p:nvSpPr>
        <p:spPr>
          <a:xfrm>
            <a:off x="11492718" y="4507277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58A31298-1431-49BF-B7D9-63D619444B01}"/>
              </a:ext>
            </a:extLst>
          </p:cNvPr>
          <p:cNvSpPr/>
          <p:nvPr/>
        </p:nvSpPr>
        <p:spPr>
          <a:xfrm>
            <a:off x="11494245" y="4124751"/>
            <a:ext cx="82008" cy="591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692B0EE-FF98-4B2F-97E9-A99DEECFE4B7}"/>
              </a:ext>
            </a:extLst>
          </p:cNvPr>
          <p:cNvGrpSpPr/>
          <p:nvPr/>
        </p:nvGrpSpPr>
        <p:grpSpPr>
          <a:xfrm>
            <a:off x="9171318" y="5645974"/>
            <a:ext cx="164016" cy="164016"/>
            <a:chOff x="9171318" y="5646008"/>
            <a:chExt cx="164016" cy="164016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93C47B8-5770-49F1-A239-A05419345F59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41B54DC-F3E4-4D5E-BC47-CB35F652C070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15BF97E-F2D1-4D08-AB6E-D7F7D9138D11}"/>
              </a:ext>
            </a:extLst>
          </p:cNvPr>
          <p:cNvGrpSpPr/>
          <p:nvPr/>
        </p:nvGrpSpPr>
        <p:grpSpPr>
          <a:xfrm>
            <a:off x="9412470" y="5645974"/>
            <a:ext cx="164016" cy="164016"/>
            <a:chOff x="9171318" y="5646008"/>
            <a:chExt cx="164016" cy="164016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A4B28F73-F6A6-4E2B-B4E1-1EB74FAA80DC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FDA70014-042C-4BD6-8A6B-B17F3002BB0D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DAE7245-F327-4DF0-A725-1FA064211516}"/>
              </a:ext>
            </a:extLst>
          </p:cNvPr>
          <p:cNvGrpSpPr/>
          <p:nvPr/>
        </p:nvGrpSpPr>
        <p:grpSpPr>
          <a:xfrm>
            <a:off x="9653622" y="5645974"/>
            <a:ext cx="164016" cy="164016"/>
            <a:chOff x="9171318" y="5646008"/>
            <a:chExt cx="164016" cy="164016"/>
          </a:xfrm>
        </p:grpSpPr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05199AEA-267E-4294-A2F7-1549B1C46D10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DEBA81A9-0D36-47AB-BBBD-DC5C6E952B63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6" name="Oval 235">
            <a:extLst>
              <a:ext uri="{FF2B5EF4-FFF2-40B4-BE49-F238E27FC236}">
                <a16:creationId xmlns:a16="http://schemas.microsoft.com/office/drawing/2014/main" id="{8EF8D2E7-8958-47A1-9D7B-6BF2B3D5D98D}"/>
              </a:ext>
            </a:extLst>
          </p:cNvPr>
          <p:cNvSpPr/>
          <p:nvPr/>
        </p:nvSpPr>
        <p:spPr>
          <a:xfrm rot="2796645">
            <a:off x="6542040" y="4577445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B50245-3CD7-4441-8463-5B744AF4ABD8}"/>
              </a:ext>
            </a:extLst>
          </p:cNvPr>
          <p:cNvCxnSpPr>
            <a:cxnSpLocks/>
          </p:cNvCxnSpPr>
          <p:nvPr/>
        </p:nvCxnSpPr>
        <p:spPr>
          <a:xfrm>
            <a:off x="5346169" y="4034683"/>
            <a:ext cx="2057368" cy="2216459"/>
          </a:xfrm>
          <a:prstGeom prst="line">
            <a:avLst/>
          </a:prstGeom>
          <a:ln w="25400" cap="rnd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4430B65-BE28-433B-BA83-5277E71DEDC6}"/>
              </a:ext>
            </a:extLst>
          </p:cNvPr>
          <p:cNvGrpSpPr/>
          <p:nvPr/>
        </p:nvGrpSpPr>
        <p:grpSpPr>
          <a:xfrm>
            <a:off x="9894774" y="5645974"/>
            <a:ext cx="164016" cy="164016"/>
            <a:chOff x="9171318" y="5646008"/>
            <a:chExt cx="164016" cy="164016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DFBE9AE-2BE5-400C-A9A0-FC6DB47359C4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F3950CDD-423D-49CD-A7AE-6B17C281D136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F507FB37-ED29-4A7C-998B-D5909D0289B5}"/>
              </a:ext>
            </a:extLst>
          </p:cNvPr>
          <p:cNvGrpSpPr/>
          <p:nvPr/>
        </p:nvGrpSpPr>
        <p:grpSpPr>
          <a:xfrm>
            <a:off x="10135926" y="5645974"/>
            <a:ext cx="164016" cy="164016"/>
            <a:chOff x="9171318" y="5646008"/>
            <a:chExt cx="164016" cy="164016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CEEE95E-EEAB-4402-A7CB-3EB13A152558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40E0AEC2-5829-46AA-9EB4-E666C91B335A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EC4BF0C-FDF3-4829-B0E9-F416B2470C16}"/>
              </a:ext>
            </a:extLst>
          </p:cNvPr>
          <p:cNvGrpSpPr/>
          <p:nvPr/>
        </p:nvGrpSpPr>
        <p:grpSpPr>
          <a:xfrm>
            <a:off x="10377078" y="5645974"/>
            <a:ext cx="164016" cy="164016"/>
            <a:chOff x="9171318" y="5646008"/>
            <a:chExt cx="164016" cy="164016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20CF2856-CD64-4C30-96AD-ADCE37B6155A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51B01BC5-D118-48A9-8A48-2A5BEBA8A72B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EE8A598-52EC-4002-899B-0B270A712706}"/>
              </a:ext>
            </a:extLst>
          </p:cNvPr>
          <p:cNvGrpSpPr/>
          <p:nvPr/>
        </p:nvGrpSpPr>
        <p:grpSpPr>
          <a:xfrm>
            <a:off x="10618230" y="5645974"/>
            <a:ext cx="164016" cy="164016"/>
            <a:chOff x="9171318" y="5646008"/>
            <a:chExt cx="164016" cy="164016"/>
          </a:xfrm>
        </p:grpSpPr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7FCD9184-2173-4EE9-9F31-990D5ED41871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65C9EFF1-B71A-4EC0-88A9-964756F78EC8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DE9DCA39-68F7-4792-AE09-FF966D0BAC7C}"/>
              </a:ext>
            </a:extLst>
          </p:cNvPr>
          <p:cNvGrpSpPr/>
          <p:nvPr/>
        </p:nvGrpSpPr>
        <p:grpSpPr>
          <a:xfrm>
            <a:off x="10859382" y="5645974"/>
            <a:ext cx="164016" cy="164016"/>
            <a:chOff x="9171318" y="5646008"/>
            <a:chExt cx="164016" cy="164016"/>
          </a:xfrm>
        </p:grpSpPr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BA77B2CA-4C12-4AFC-93CD-5109FF25D5CB}"/>
                </a:ext>
              </a:extLst>
            </p:cNvPr>
            <p:cNvSpPr/>
            <p:nvPr/>
          </p:nvSpPr>
          <p:spPr>
            <a:xfrm>
              <a:off x="9171318" y="5646008"/>
              <a:ext cx="164016" cy="16401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0DD981BF-45FC-46C1-B1A3-A4E77A39CE32}"/>
                </a:ext>
              </a:extLst>
            </p:cNvPr>
            <p:cNvSpPr/>
            <p:nvPr/>
          </p:nvSpPr>
          <p:spPr>
            <a:xfrm>
              <a:off x="9227462" y="5702152"/>
              <a:ext cx="51728" cy="517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5" name="文本框 53">
            <a:extLst>
              <a:ext uri="{FF2B5EF4-FFF2-40B4-BE49-F238E27FC236}">
                <a16:creationId xmlns:a16="http://schemas.microsoft.com/office/drawing/2014/main" id="{1FDAE70E-50C5-4BF9-93BD-0E193B530677}"/>
              </a:ext>
            </a:extLst>
          </p:cNvPr>
          <p:cNvSpPr txBox="1"/>
          <p:nvPr/>
        </p:nvSpPr>
        <p:spPr>
          <a:xfrm>
            <a:off x="9400377" y="3692902"/>
            <a:ext cx="16508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Futura" pitchFamily="50" charset="0"/>
              </a:rPr>
              <a:t>Current at the PCC</a:t>
            </a:r>
            <a:endParaRPr lang="zh-CN" altLang="en-US" sz="1200" dirty="0">
              <a:latin typeface="Futura" pitchFamily="50" charset="0"/>
            </a:endParaRPr>
          </a:p>
        </p:txBody>
      </p:sp>
      <p:sp>
        <p:nvSpPr>
          <p:cNvPr id="266" name="Freeform: Shape 265">
            <a:extLst>
              <a:ext uri="{FF2B5EF4-FFF2-40B4-BE49-F238E27FC236}">
                <a16:creationId xmlns:a16="http://schemas.microsoft.com/office/drawing/2014/main" id="{EC65FFB8-3889-462C-A69C-C02D60EE0C6C}"/>
              </a:ext>
            </a:extLst>
          </p:cNvPr>
          <p:cNvSpPr/>
          <p:nvPr/>
        </p:nvSpPr>
        <p:spPr>
          <a:xfrm>
            <a:off x="6667439" y="4663816"/>
            <a:ext cx="2580985" cy="1330290"/>
          </a:xfrm>
          <a:custGeom>
            <a:avLst/>
            <a:gdLst>
              <a:gd name="connsiteX0" fmla="*/ 2608580 w 2608580"/>
              <a:gd name="connsiteY0" fmla="*/ 1023620 h 1253208"/>
              <a:gd name="connsiteX1" fmla="*/ 2362200 w 2608580"/>
              <a:gd name="connsiteY1" fmla="*/ 1247140 h 1253208"/>
              <a:gd name="connsiteX2" fmla="*/ 1922780 w 2608580"/>
              <a:gd name="connsiteY2" fmla="*/ 1173480 h 1253208"/>
              <a:gd name="connsiteX3" fmla="*/ 1264920 w 2608580"/>
              <a:gd name="connsiteY3" fmla="*/ 1000760 h 1253208"/>
              <a:gd name="connsiteX4" fmla="*/ 0 w 2608580"/>
              <a:gd name="connsiteY4" fmla="*/ 0 h 125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8580" h="1253208">
                <a:moveTo>
                  <a:pt x="2608580" y="1023620"/>
                </a:moveTo>
                <a:cubicBezTo>
                  <a:pt x="2542540" y="1122891"/>
                  <a:pt x="2476500" y="1222163"/>
                  <a:pt x="2362200" y="1247140"/>
                </a:cubicBezTo>
                <a:cubicBezTo>
                  <a:pt x="2247900" y="1272117"/>
                  <a:pt x="2105660" y="1214543"/>
                  <a:pt x="1922780" y="1173480"/>
                </a:cubicBezTo>
                <a:cubicBezTo>
                  <a:pt x="1739900" y="1132417"/>
                  <a:pt x="1585383" y="1196340"/>
                  <a:pt x="1264920" y="1000760"/>
                </a:cubicBezTo>
                <a:cubicBezTo>
                  <a:pt x="944457" y="805180"/>
                  <a:pt x="472228" y="402590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Freeform: Shape 266">
            <a:extLst>
              <a:ext uri="{FF2B5EF4-FFF2-40B4-BE49-F238E27FC236}">
                <a16:creationId xmlns:a16="http://schemas.microsoft.com/office/drawing/2014/main" id="{0E0A227E-B775-490C-B480-F00B7C5B3A21}"/>
              </a:ext>
            </a:extLst>
          </p:cNvPr>
          <p:cNvSpPr/>
          <p:nvPr/>
        </p:nvSpPr>
        <p:spPr>
          <a:xfrm>
            <a:off x="6578790" y="4738324"/>
            <a:ext cx="2910650" cy="1221594"/>
          </a:xfrm>
          <a:custGeom>
            <a:avLst/>
            <a:gdLst>
              <a:gd name="connsiteX0" fmla="*/ 2900680 w 2900680"/>
              <a:gd name="connsiteY0" fmla="*/ 967740 h 1179638"/>
              <a:gd name="connsiteX1" fmla="*/ 2466340 w 2900680"/>
              <a:gd name="connsiteY1" fmla="*/ 1150620 h 1179638"/>
              <a:gd name="connsiteX2" fmla="*/ 810260 w 2900680"/>
              <a:gd name="connsiteY2" fmla="*/ 426720 h 1179638"/>
              <a:gd name="connsiteX3" fmla="*/ 0 w 2900680"/>
              <a:gd name="connsiteY3" fmla="*/ 0 h 1179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0680" h="1179638">
                <a:moveTo>
                  <a:pt x="2900680" y="967740"/>
                </a:moveTo>
                <a:cubicBezTo>
                  <a:pt x="2857711" y="1104265"/>
                  <a:pt x="2814743" y="1240790"/>
                  <a:pt x="2466340" y="1150620"/>
                </a:cubicBezTo>
                <a:cubicBezTo>
                  <a:pt x="2117937" y="1060450"/>
                  <a:pt x="1221317" y="618490"/>
                  <a:pt x="810260" y="426720"/>
                </a:cubicBezTo>
                <a:cubicBezTo>
                  <a:pt x="399203" y="234950"/>
                  <a:pt x="199601" y="117475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9592D4CD-653B-4E2C-974D-6424A389602A}"/>
              </a:ext>
            </a:extLst>
          </p:cNvPr>
          <p:cNvSpPr/>
          <p:nvPr/>
        </p:nvSpPr>
        <p:spPr>
          <a:xfrm rot="1769804">
            <a:off x="6443073" y="4666048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FB041E5C-3919-4240-BEA0-DE4791A2525B}"/>
              </a:ext>
            </a:extLst>
          </p:cNvPr>
          <p:cNvSpPr/>
          <p:nvPr/>
        </p:nvSpPr>
        <p:spPr>
          <a:xfrm>
            <a:off x="6459220" y="4811044"/>
            <a:ext cx="3275330" cy="1131504"/>
          </a:xfrm>
          <a:custGeom>
            <a:avLst/>
            <a:gdLst>
              <a:gd name="connsiteX0" fmla="*/ 3238500 w 3238500"/>
              <a:gd name="connsiteY0" fmla="*/ 899160 h 1115277"/>
              <a:gd name="connsiteX1" fmla="*/ 2807970 w 3238500"/>
              <a:gd name="connsiteY1" fmla="*/ 1101090 h 1115277"/>
              <a:gd name="connsiteX2" fmla="*/ 1828800 w 3238500"/>
              <a:gd name="connsiteY2" fmla="*/ 975360 h 1115277"/>
              <a:gd name="connsiteX3" fmla="*/ 0 w 3238500"/>
              <a:gd name="connsiteY3" fmla="*/ 0 h 111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15277">
                <a:moveTo>
                  <a:pt x="3238500" y="899160"/>
                </a:moveTo>
                <a:cubicBezTo>
                  <a:pt x="3140710" y="993775"/>
                  <a:pt x="3042920" y="1088390"/>
                  <a:pt x="2807970" y="1101090"/>
                </a:cubicBezTo>
                <a:cubicBezTo>
                  <a:pt x="2573020" y="1113790"/>
                  <a:pt x="2296795" y="1158875"/>
                  <a:pt x="1828800" y="975360"/>
                </a:cubicBezTo>
                <a:cubicBezTo>
                  <a:pt x="1360805" y="791845"/>
                  <a:pt x="680402" y="395922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B524E7AD-C3D9-496E-9B4D-2CB4E5A3A980}"/>
              </a:ext>
            </a:extLst>
          </p:cNvPr>
          <p:cNvSpPr/>
          <p:nvPr/>
        </p:nvSpPr>
        <p:spPr>
          <a:xfrm rot="2175211">
            <a:off x="6327687" y="4730907"/>
            <a:ext cx="155384" cy="687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8" name="Graphic 317" descr="Lightbulb with solid fill">
            <a:extLst>
              <a:ext uri="{FF2B5EF4-FFF2-40B4-BE49-F238E27FC236}">
                <a16:creationId xmlns:a16="http://schemas.microsoft.com/office/drawing/2014/main" id="{15C95E9B-5C2B-4F79-A602-FD59DC62406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10800000">
            <a:off x="1922692" y="5809200"/>
            <a:ext cx="336376" cy="300473"/>
          </a:xfrm>
          <a:prstGeom prst="rect">
            <a:avLst/>
          </a:prstGeom>
        </p:spPr>
      </p:pic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2112E36-96EA-45A4-865C-B05D50086D51}"/>
              </a:ext>
            </a:extLst>
          </p:cNvPr>
          <p:cNvGrpSpPr/>
          <p:nvPr/>
        </p:nvGrpSpPr>
        <p:grpSpPr>
          <a:xfrm rot="10800000">
            <a:off x="1884108" y="5922706"/>
            <a:ext cx="410666" cy="291645"/>
            <a:chOff x="3360094" y="3061652"/>
            <a:chExt cx="771964" cy="613736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64464D6A-9B3E-4F14-AC32-4C09F6DD7A59}"/>
                </a:ext>
              </a:extLst>
            </p:cNvPr>
            <p:cNvGrpSpPr/>
            <p:nvPr/>
          </p:nvGrpSpPr>
          <p:grpSpPr>
            <a:xfrm>
              <a:off x="3746076" y="3064669"/>
              <a:ext cx="385982" cy="610719"/>
              <a:chOff x="3746076" y="3064669"/>
              <a:chExt cx="385982" cy="610719"/>
            </a:xfrm>
          </p:grpSpPr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401382-4418-47EB-9AF5-BBE6F8156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2224E4FA-A206-4B4E-8187-A17B23DE33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2A251E06-9D6D-4D37-8D4C-99C150CFCC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B241B706-05D8-43F7-B088-2952D8020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F6C26B86-E6E4-4315-B5A7-0BD521B2C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298DCCDD-F34D-426F-AE40-613B509342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4227ED65-4715-4660-B86C-1739969FB1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7CF677DC-1F12-40B4-B59F-486339528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3703D069-1E63-4E3A-81FB-28525E1575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4FE0129F-F4B1-4961-965B-A439B0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673CABA6-ECA4-4456-8487-6B916735EC42}"/>
                </a:ext>
              </a:extLst>
            </p:cNvPr>
            <p:cNvGrpSpPr/>
            <p:nvPr/>
          </p:nvGrpSpPr>
          <p:grpSpPr>
            <a:xfrm flipH="1">
              <a:off x="3360094" y="3061652"/>
              <a:ext cx="385982" cy="610719"/>
              <a:chOff x="3746076" y="3064669"/>
              <a:chExt cx="385982" cy="610719"/>
            </a:xfrm>
          </p:grpSpPr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D18C0B0A-66B2-414F-B420-44C5C2EE5A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6516" y="3288583"/>
                <a:ext cx="72460" cy="60447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44F09501-7EE1-4E8D-9486-E2BF460A7F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1305" y="3169444"/>
                <a:ext cx="81135" cy="141062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D521C409-568A-4CE8-966F-2B91756FA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44613" y="3169444"/>
                <a:ext cx="20156" cy="11016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E3041C98-EE23-4135-B3EF-027902CDC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47888" y="3336655"/>
                <a:ext cx="127949" cy="50940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1327CB1-1329-46CD-859A-DB201883D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5972" y="3474358"/>
                <a:ext cx="166086" cy="105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867AB67A-292A-4BD9-A12C-C4CC51909C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3424" y="3410953"/>
                <a:ext cx="87996" cy="24714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9D75849C-56E0-4D70-9162-8362AA83DC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0180" y="3525008"/>
                <a:ext cx="115657" cy="43399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1810A7E3-C664-4951-9DDE-106F89F54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6806" y="3575537"/>
                <a:ext cx="106098" cy="9985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28636AB5-8D88-4516-8592-D9E5CE11BC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46076" y="3064669"/>
                <a:ext cx="0" cy="197765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AD17BF5C-A9D9-4AC5-BE29-03CC856675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99453" y="3137494"/>
                <a:ext cx="6404" cy="133531"/>
              </a:xfrm>
              <a:prstGeom prst="line">
                <a:avLst/>
              </a:prstGeom>
              <a:ln w="158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D2AECA80-7D8D-42C1-B36B-41FFF1143B7F}"/>
              </a:ext>
            </a:extLst>
          </p:cNvPr>
          <p:cNvSpPr/>
          <p:nvPr/>
        </p:nvSpPr>
        <p:spPr>
          <a:xfrm>
            <a:off x="1401617" y="5928757"/>
            <a:ext cx="226339" cy="505351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C1A74283-0647-43AE-AE96-D7DF9A48E005}"/>
              </a:ext>
            </a:extLst>
          </p:cNvPr>
          <p:cNvSpPr/>
          <p:nvPr/>
        </p:nvSpPr>
        <p:spPr>
          <a:xfrm>
            <a:off x="2019760" y="5936186"/>
            <a:ext cx="142240" cy="141319"/>
          </a:xfrm>
          <a:custGeom>
            <a:avLst/>
            <a:gdLst>
              <a:gd name="connsiteX0" fmla="*/ 38966 w 142240"/>
              <a:gd name="connsiteY0" fmla="*/ 0 h 141319"/>
              <a:gd name="connsiteX1" fmla="*/ 101832 w 142240"/>
              <a:gd name="connsiteY1" fmla="*/ 1905 h 141319"/>
              <a:gd name="connsiteX2" fmla="*/ 113995 w 142240"/>
              <a:gd name="connsiteY2" fmla="*/ 22220 h 141319"/>
              <a:gd name="connsiteX3" fmla="*/ 121409 w 142240"/>
              <a:gd name="connsiteY3" fmla="*/ 26930 h 141319"/>
              <a:gd name="connsiteX4" fmla="*/ 142240 w 142240"/>
              <a:gd name="connsiteY4" fmla="*/ 74311 h 141319"/>
              <a:gd name="connsiteX5" fmla="*/ 71120 w 142240"/>
              <a:gd name="connsiteY5" fmla="*/ 141319 h 141319"/>
              <a:gd name="connsiteX6" fmla="*/ 0 w 142240"/>
              <a:gd name="connsiteY6" fmla="*/ 74311 h 141319"/>
              <a:gd name="connsiteX7" fmla="*/ 20831 w 142240"/>
              <a:gd name="connsiteY7" fmla="*/ 26930 h 141319"/>
              <a:gd name="connsiteX8" fmla="*/ 26283 w 142240"/>
              <a:gd name="connsiteY8" fmla="*/ 23466 h 14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240" h="141319">
                <a:moveTo>
                  <a:pt x="38966" y="0"/>
                </a:moveTo>
                <a:lnTo>
                  <a:pt x="101832" y="1905"/>
                </a:lnTo>
                <a:lnTo>
                  <a:pt x="113995" y="22220"/>
                </a:lnTo>
                <a:lnTo>
                  <a:pt x="121409" y="26930"/>
                </a:lnTo>
                <a:cubicBezTo>
                  <a:pt x="134280" y="39056"/>
                  <a:pt x="142240" y="55808"/>
                  <a:pt x="142240" y="74311"/>
                </a:cubicBezTo>
                <a:cubicBezTo>
                  <a:pt x="142240" y="111318"/>
                  <a:pt x="110398" y="141319"/>
                  <a:pt x="71120" y="141319"/>
                </a:cubicBezTo>
                <a:cubicBezTo>
                  <a:pt x="31842" y="141319"/>
                  <a:pt x="0" y="111318"/>
                  <a:pt x="0" y="74311"/>
                </a:cubicBezTo>
                <a:cubicBezTo>
                  <a:pt x="0" y="55808"/>
                  <a:pt x="7960" y="39056"/>
                  <a:pt x="20831" y="26930"/>
                </a:cubicBezTo>
                <a:lnTo>
                  <a:pt x="26283" y="234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7C27FD06-B1B9-43B0-AB78-EB08A41E1BB8}"/>
              </a:ext>
            </a:extLst>
          </p:cNvPr>
          <p:cNvSpPr/>
          <p:nvPr/>
        </p:nvSpPr>
        <p:spPr>
          <a:xfrm>
            <a:off x="4043479" y="4755902"/>
            <a:ext cx="268770" cy="349741"/>
          </a:xfrm>
          <a:custGeom>
            <a:avLst/>
            <a:gdLst>
              <a:gd name="connsiteX0" fmla="*/ 414528 w 414528"/>
              <a:gd name="connsiteY0" fmla="*/ 5418 h 402174"/>
              <a:gd name="connsiteX1" fmla="*/ 280416 w 414528"/>
              <a:gd name="connsiteY1" fmla="*/ 54186 h 402174"/>
              <a:gd name="connsiteX2" fmla="*/ 201168 w 414528"/>
              <a:gd name="connsiteY2" fmla="*/ 395562 h 402174"/>
              <a:gd name="connsiteX3" fmla="*/ 73152 w 414528"/>
              <a:gd name="connsiteY3" fmla="*/ 279738 h 402174"/>
              <a:gd name="connsiteX4" fmla="*/ 0 w 414528"/>
              <a:gd name="connsiteY4" fmla="*/ 279738 h 40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" h="402174">
                <a:moveTo>
                  <a:pt x="414528" y="5418"/>
                </a:moveTo>
                <a:cubicBezTo>
                  <a:pt x="365252" y="-2710"/>
                  <a:pt x="315976" y="-10838"/>
                  <a:pt x="280416" y="54186"/>
                </a:cubicBezTo>
                <a:cubicBezTo>
                  <a:pt x="244856" y="119210"/>
                  <a:pt x="235712" y="357970"/>
                  <a:pt x="201168" y="395562"/>
                </a:cubicBezTo>
                <a:cubicBezTo>
                  <a:pt x="166624" y="433154"/>
                  <a:pt x="106680" y="299042"/>
                  <a:pt x="73152" y="279738"/>
                </a:cubicBezTo>
                <a:cubicBezTo>
                  <a:pt x="39624" y="260434"/>
                  <a:pt x="19812" y="270086"/>
                  <a:pt x="0" y="279738"/>
                </a:cubicBezTo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5" name="Graphic 164" descr="Artificial Intelligence with solid fill">
            <a:extLst>
              <a:ext uri="{FF2B5EF4-FFF2-40B4-BE49-F238E27FC236}">
                <a16:creationId xmlns:a16="http://schemas.microsoft.com/office/drawing/2014/main" id="{EC10E6A5-0F57-4874-8863-B0D405614D7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flipH="1">
            <a:off x="3204107" y="1308427"/>
            <a:ext cx="893295" cy="893295"/>
          </a:xfrm>
          <a:prstGeom prst="rect">
            <a:avLst/>
          </a:prstGeom>
        </p:spPr>
      </p:pic>
      <p:pic>
        <p:nvPicPr>
          <p:cNvPr id="3" name="Graphic 2" descr="Cloud outline">
            <a:extLst>
              <a:ext uri="{FF2B5EF4-FFF2-40B4-BE49-F238E27FC236}">
                <a16:creationId xmlns:a16="http://schemas.microsoft.com/office/drawing/2014/main" id="{F7BAAE6C-3067-440B-A4E4-95728F7B636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64654" y="1006350"/>
            <a:ext cx="1339212" cy="1339212"/>
          </a:xfrm>
          <a:prstGeom prst="rect">
            <a:avLst/>
          </a:prstGeom>
        </p:spPr>
      </p:pic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8DA19E97-9761-49E4-A4CD-2ECBE19D438C}"/>
              </a:ext>
            </a:extLst>
          </p:cNvPr>
          <p:cNvCxnSpPr>
            <a:cxnSpLocks/>
          </p:cNvCxnSpPr>
          <p:nvPr/>
        </p:nvCxnSpPr>
        <p:spPr>
          <a:xfrm>
            <a:off x="4842258" y="4203153"/>
            <a:ext cx="192022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97DF5EB-F0A4-46F0-9294-7D8D8A50F957}"/>
              </a:ext>
            </a:extLst>
          </p:cNvPr>
          <p:cNvCxnSpPr>
            <a:cxnSpLocks/>
          </p:cNvCxnSpPr>
          <p:nvPr/>
        </p:nvCxnSpPr>
        <p:spPr>
          <a:xfrm>
            <a:off x="4652526" y="4810131"/>
            <a:ext cx="473194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80B21D8-B272-4ED7-BC22-9A5E0C39B78F}"/>
              </a:ext>
            </a:extLst>
          </p:cNvPr>
          <p:cNvCxnSpPr>
            <a:cxnSpLocks/>
          </p:cNvCxnSpPr>
          <p:nvPr/>
        </p:nvCxnSpPr>
        <p:spPr>
          <a:xfrm>
            <a:off x="4485557" y="5401853"/>
            <a:ext cx="741763" cy="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4A1CB0D-04BA-4F59-939A-2D370ECFC2E4}"/>
              </a:ext>
            </a:extLst>
          </p:cNvPr>
          <p:cNvCxnSpPr>
            <a:cxnSpLocks/>
          </p:cNvCxnSpPr>
          <p:nvPr/>
        </p:nvCxnSpPr>
        <p:spPr>
          <a:xfrm flipV="1">
            <a:off x="5034280" y="1996439"/>
            <a:ext cx="0" cy="2203628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AE5DAE5-7CA5-4B95-BB0B-22CFCF9F0F4F}"/>
              </a:ext>
            </a:extLst>
          </p:cNvPr>
          <p:cNvCxnSpPr>
            <a:cxnSpLocks/>
          </p:cNvCxnSpPr>
          <p:nvPr/>
        </p:nvCxnSpPr>
        <p:spPr>
          <a:xfrm flipV="1">
            <a:off x="5130800" y="1996439"/>
            <a:ext cx="0" cy="2806620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5CF0CCDD-E51F-4B76-9A18-BEECCE924F84}"/>
              </a:ext>
            </a:extLst>
          </p:cNvPr>
          <p:cNvCxnSpPr>
            <a:cxnSpLocks/>
          </p:cNvCxnSpPr>
          <p:nvPr/>
        </p:nvCxnSpPr>
        <p:spPr>
          <a:xfrm flipV="1">
            <a:off x="5227320" y="1996439"/>
            <a:ext cx="0" cy="3383081"/>
          </a:xfrm>
          <a:prstGeom prst="line">
            <a:avLst/>
          </a:prstGeom>
          <a:ln w="22225" cap="rnd"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313236AE-7980-49B5-B6B9-21F7A645C1A8}"/>
              </a:ext>
            </a:extLst>
          </p:cNvPr>
          <p:cNvSpPr/>
          <p:nvPr/>
        </p:nvSpPr>
        <p:spPr>
          <a:xfrm>
            <a:off x="3056574" y="2956044"/>
            <a:ext cx="90985" cy="9417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文本框 53">
            <a:extLst>
              <a:ext uri="{FF2B5EF4-FFF2-40B4-BE49-F238E27FC236}">
                <a16:creationId xmlns:a16="http://schemas.microsoft.com/office/drawing/2014/main" id="{738E10CB-929A-4E98-BF40-55FAF30A0428}"/>
              </a:ext>
            </a:extLst>
          </p:cNvPr>
          <p:cNvSpPr txBox="1"/>
          <p:nvPr/>
        </p:nvSpPr>
        <p:spPr>
          <a:xfrm>
            <a:off x="3254826" y="2857692"/>
            <a:ext cx="15395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rPr>
              <a:t>Charging request</a:t>
            </a:r>
            <a:endParaRPr lang="zh-CN" altLang="en-US" sz="1400" dirty="0">
              <a:solidFill>
                <a:schemeClr val="accent1">
                  <a:lumMod val="75000"/>
                </a:schemeClr>
              </a:solidFill>
              <a:latin typeface="Futura" pitchFamily="50" charset="0"/>
            </a:endParaRPr>
          </a:p>
        </p:txBody>
      </p:sp>
      <p:sp>
        <p:nvSpPr>
          <p:cNvPr id="192" name="文本框 53">
            <a:extLst>
              <a:ext uri="{FF2B5EF4-FFF2-40B4-BE49-F238E27FC236}">
                <a16:creationId xmlns:a16="http://schemas.microsoft.com/office/drawing/2014/main" id="{58F8BD0E-D177-4B71-AA6A-09B0BFE81156}"/>
              </a:ext>
            </a:extLst>
          </p:cNvPr>
          <p:cNvSpPr txBox="1"/>
          <p:nvPr/>
        </p:nvSpPr>
        <p:spPr>
          <a:xfrm>
            <a:off x="2664277" y="815164"/>
            <a:ext cx="2109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Futura" pitchFamily="50" charset="0"/>
              </a:rPr>
              <a:t>Digital twin of the Fast Charging Station</a:t>
            </a:r>
            <a:endParaRPr lang="zh-CN" altLang="en-US" sz="1400" dirty="0">
              <a:latin typeface="Futura" pitchFamily="50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D47DB-0C8A-4F42-8F97-24B8F86ED3BB}"/>
              </a:ext>
            </a:extLst>
          </p:cNvPr>
          <p:cNvGrpSpPr/>
          <p:nvPr/>
        </p:nvGrpSpPr>
        <p:grpSpPr>
          <a:xfrm>
            <a:off x="4065127" y="1638259"/>
            <a:ext cx="157996" cy="159055"/>
            <a:chOff x="4065127" y="1638259"/>
            <a:chExt cx="157996" cy="15905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03EFCB-BD3C-46C1-BDBC-A70FEBDF1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65131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6D5DBA07-66A2-4AFB-B7C3-603709959B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5127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5C04CA-FC06-4122-ABAB-0A466B728298}"/>
              </a:ext>
            </a:extLst>
          </p:cNvPr>
          <p:cNvGrpSpPr/>
          <p:nvPr/>
        </p:nvGrpSpPr>
        <p:grpSpPr>
          <a:xfrm>
            <a:off x="4194174" y="1638259"/>
            <a:ext cx="157996" cy="159055"/>
            <a:chOff x="4194174" y="1638259"/>
            <a:chExt cx="157996" cy="159055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26F531B-EC81-4AF3-A499-7AD650EC8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94178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F5261B9-21D6-4387-B92F-34077E2450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94174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E1C6C4-6854-49B5-AD38-3302686BF10C}"/>
              </a:ext>
            </a:extLst>
          </p:cNvPr>
          <p:cNvGrpSpPr/>
          <p:nvPr/>
        </p:nvGrpSpPr>
        <p:grpSpPr>
          <a:xfrm>
            <a:off x="4336392" y="1638259"/>
            <a:ext cx="157996" cy="159055"/>
            <a:chOff x="4336392" y="1638259"/>
            <a:chExt cx="157996" cy="159055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BCA6B5D-2136-44C0-9301-87697621B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52FBDBC4-567B-4740-B954-585C6EDDC4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9C20511-5A7E-4175-B007-C4A299740BF0}"/>
              </a:ext>
            </a:extLst>
          </p:cNvPr>
          <p:cNvGrpSpPr/>
          <p:nvPr/>
        </p:nvGrpSpPr>
        <p:grpSpPr>
          <a:xfrm>
            <a:off x="414106" y="1322714"/>
            <a:ext cx="2782283" cy="1842735"/>
            <a:chOff x="414106" y="1322714"/>
            <a:chExt cx="2782283" cy="1842735"/>
          </a:xfrm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32FA09E-A8AB-4A2D-90AE-B979F25DFD7F}"/>
                </a:ext>
              </a:extLst>
            </p:cNvPr>
            <p:cNvSpPr/>
            <p:nvPr/>
          </p:nvSpPr>
          <p:spPr>
            <a:xfrm>
              <a:off x="424209" y="1322714"/>
              <a:ext cx="2772180" cy="1842735"/>
            </a:xfrm>
            <a:custGeom>
              <a:avLst/>
              <a:gdLst>
                <a:gd name="connsiteX0" fmla="*/ 0 w 2772180"/>
                <a:gd name="connsiteY0" fmla="*/ 0 h 1842735"/>
                <a:gd name="connsiteX1" fmla="*/ 2446930 w 2772180"/>
                <a:gd name="connsiteY1" fmla="*/ 0 h 1842735"/>
                <a:gd name="connsiteX2" fmla="*/ 2446930 w 2772180"/>
                <a:gd name="connsiteY2" fmla="*/ 269383 h 1842735"/>
                <a:gd name="connsiteX3" fmla="*/ 2772180 w 2772180"/>
                <a:gd name="connsiteY3" fmla="*/ 516583 h 1842735"/>
                <a:gd name="connsiteX4" fmla="*/ 2446930 w 2772180"/>
                <a:gd name="connsiteY4" fmla="*/ 763782 h 1842735"/>
                <a:gd name="connsiteX5" fmla="*/ 2446930 w 2772180"/>
                <a:gd name="connsiteY5" fmla="*/ 1842735 h 1842735"/>
                <a:gd name="connsiteX6" fmla="*/ 0 w 2772180"/>
                <a:gd name="connsiteY6" fmla="*/ 1842735 h 184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2180" h="1842735">
                  <a:moveTo>
                    <a:pt x="0" y="0"/>
                  </a:moveTo>
                  <a:lnTo>
                    <a:pt x="2446930" y="0"/>
                  </a:lnTo>
                  <a:lnTo>
                    <a:pt x="2446930" y="269383"/>
                  </a:lnTo>
                  <a:lnTo>
                    <a:pt x="2772180" y="516583"/>
                  </a:lnTo>
                  <a:lnTo>
                    <a:pt x="2446930" y="763782"/>
                  </a:lnTo>
                  <a:lnTo>
                    <a:pt x="2446930" y="1842735"/>
                  </a:lnTo>
                  <a:lnTo>
                    <a:pt x="0" y="1842735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1" name="文本框 53">
              <a:extLst>
                <a:ext uri="{FF2B5EF4-FFF2-40B4-BE49-F238E27FC236}">
                  <a16:creationId xmlns:a16="http://schemas.microsoft.com/office/drawing/2014/main" id="{B92BC9CA-1B8A-4EFB-84D6-8BD28F13EB41}"/>
                </a:ext>
              </a:extLst>
            </p:cNvPr>
            <p:cNvSpPr txBox="1"/>
            <p:nvPr/>
          </p:nvSpPr>
          <p:spPr>
            <a:xfrm>
              <a:off x="538844" y="1610631"/>
              <a:ext cx="218155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Non-fundamental distortion emission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Flicker emission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endParaRPr>
            </a:p>
          </p:txBody>
        </p:sp>
        <p:sp>
          <p:nvSpPr>
            <p:cNvPr id="222" name="文本框 53">
              <a:extLst>
                <a:ext uri="{FF2B5EF4-FFF2-40B4-BE49-F238E27FC236}">
                  <a16:creationId xmlns:a16="http://schemas.microsoft.com/office/drawing/2014/main" id="{9E4FF3FF-094D-4CF7-A209-D8BF74C23DEB}"/>
                </a:ext>
              </a:extLst>
            </p:cNvPr>
            <p:cNvSpPr txBox="1"/>
            <p:nvPr/>
          </p:nvSpPr>
          <p:spPr>
            <a:xfrm>
              <a:off x="414106" y="1335350"/>
              <a:ext cx="2181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Futura" pitchFamily="50" charset="0"/>
                </a:rPr>
                <a:t>Prediction:</a:t>
              </a:r>
              <a:endParaRPr lang="zh-CN" altLang="en-US" sz="1400" dirty="0">
                <a:solidFill>
                  <a:schemeClr val="accent1">
                    <a:lumMod val="75000"/>
                  </a:schemeClr>
                </a:solidFill>
                <a:latin typeface="Futura" pitchFamily="50" charset="0"/>
              </a:endParaRPr>
            </a:p>
          </p:txBody>
        </p:sp>
        <p:sp>
          <p:nvSpPr>
            <p:cNvPr id="223" name="文本框 53">
              <a:extLst>
                <a:ext uri="{FF2B5EF4-FFF2-40B4-BE49-F238E27FC236}">
                  <a16:creationId xmlns:a16="http://schemas.microsoft.com/office/drawing/2014/main" id="{3E8995C9-F181-45D7-8703-AD96050B299C}"/>
                </a:ext>
              </a:extLst>
            </p:cNvPr>
            <p:cNvSpPr txBox="1"/>
            <p:nvPr/>
          </p:nvSpPr>
          <p:spPr>
            <a:xfrm>
              <a:off x="424209" y="2324808"/>
              <a:ext cx="2181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00B050"/>
                  </a:solidFill>
                  <a:latin typeface="Futura" pitchFamily="50" charset="0"/>
                </a:rPr>
                <a:t>Control:</a:t>
              </a:r>
              <a:endParaRPr lang="zh-CN" altLang="en-US" sz="1400" dirty="0">
                <a:solidFill>
                  <a:srgbClr val="00B050"/>
                </a:solidFill>
                <a:latin typeface="Futura" pitchFamily="50" charset="0"/>
              </a:endParaRPr>
            </a:p>
          </p:txBody>
        </p:sp>
        <p:sp>
          <p:nvSpPr>
            <p:cNvPr id="224" name="文本框 53">
              <a:extLst>
                <a:ext uri="{FF2B5EF4-FFF2-40B4-BE49-F238E27FC236}">
                  <a16:creationId xmlns:a16="http://schemas.microsoft.com/office/drawing/2014/main" id="{BCE12065-ED9B-452E-A832-2D1AD18F36D2}"/>
                </a:ext>
              </a:extLst>
            </p:cNvPr>
            <p:cNvSpPr txBox="1"/>
            <p:nvPr/>
          </p:nvSpPr>
          <p:spPr>
            <a:xfrm>
              <a:off x="545748" y="2590490"/>
              <a:ext cx="218155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sz="1400" dirty="0">
                  <a:solidFill>
                    <a:srgbClr val="00B050"/>
                  </a:solidFill>
                  <a:latin typeface="Futura" pitchFamily="50" charset="0"/>
                </a:rPr>
                <a:t>Charging power of each chargers</a:t>
              </a:r>
              <a:endParaRPr lang="zh-CN" altLang="en-US" sz="1400" dirty="0">
                <a:solidFill>
                  <a:srgbClr val="00B050"/>
                </a:solidFill>
                <a:latin typeface="Futura" pitchFamily="50" charset="0"/>
              </a:endParaRP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8B596B9-9F9E-488D-BEAB-281DC72CE4F7}"/>
              </a:ext>
            </a:extLst>
          </p:cNvPr>
          <p:cNvGrpSpPr/>
          <p:nvPr/>
        </p:nvGrpSpPr>
        <p:grpSpPr>
          <a:xfrm flipH="1">
            <a:off x="4048299" y="1910605"/>
            <a:ext cx="157996" cy="159055"/>
            <a:chOff x="4336392" y="1638259"/>
            <a:chExt cx="157996" cy="159055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C5F67F11-27A3-4BFC-BD81-ECF50C39F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0A56E7B-9A97-42B3-9B5F-ADA0F562F7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DC1C522-B6ED-4B59-B6B4-ECC2A07819C0}"/>
              </a:ext>
            </a:extLst>
          </p:cNvPr>
          <p:cNvGrpSpPr/>
          <p:nvPr/>
        </p:nvGrpSpPr>
        <p:grpSpPr>
          <a:xfrm flipH="1">
            <a:off x="4185674" y="1911252"/>
            <a:ext cx="157996" cy="159055"/>
            <a:chOff x="4336392" y="1638259"/>
            <a:chExt cx="157996" cy="159055"/>
          </a:xfrm>
        </p:grpSpPr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C52D7373-8D39-4A50-8A82-B7132996D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D830DF42-7935-4CDB-8F19-0830DF7D1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D731538-931D-48EC-8FA1-DA68810D8667}"/>
              </a:ext>
            </a:extLst>
          </p:cNvPr>
          <p:cNvGrpSpPr/>
          <p:nvPr/>
        </p:nvGrpSpPr>
        <p:grpSpPr>
          <a:xfrm flipH="1">
            <a:off x="4334549" y="1910605"/>
            <a:ext cx="157996" cy="159055"/>
            <a:chOff x="4336392" y="1638259"/>
            <a:chExt cx="157996" cy="159055"/>
          </a:xfrm>
        </p:grpSpPr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C88AA3EC-2CD3-4636-BF5D-504E8A02B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6396" y="1638259"/>
              <a:ext cx="157992" cy="77499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4B2E4D7-3CA1-4D34-931B-ADF6C1D00B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6392" y="1719142"/>
              <a:ext cx="157996" cy="78172"/>
            </a:xfrm>
            <a:prstGeom prst="line">
              <a:avLst/>
            </a:prstGeom>
            <a:ln w="25400" cap="rnd">
              <a:solidFill>
                <a:srgbClr val="00B05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9" name="Oval 258">
            <a:extLst>
              <a:ext uri="{FF2B5EF4-FFF2-40B4-BE49-F238E27FC236}">
                <a16:creationId xmlns:a16="http://schemas.microsoft.com/office/drawing/2014/main" id="{839DFA79-1D9B-4254-836F-76B025576403}"/>
              </a:ext>
            </a:extLst>
          </p:cNvPr>
          <p:cNvSpPr/>
          <p:nvPr/>
        </p:nvSpPr>
        <p:spPr>
          <a:xfrm>
            <a:off x="3054335" y="3334821"/>
            <a:ext cx="90985" cy="9417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文本框 53">
            <a:extLst>
              <a:ext uri="{FF2B5EF4-FFF2-40B4-BE49-F238E27FC236}">
                <a16:creationId xmlns:a16="http://schemas.microsoft.com/office/drawing/2014/main" id="{632FCCF1-1BCC-427E-8D8C-55F8C86811F2}"/>
              </a:ext>
            </a:extLst>
          </p:cNvPr>
          <p:cNvSpPr txBox="1"/>
          <p:nvPr/>
        </p:nvSpPr>
        <p:spPr>
          <a:xfrm>
            <a:off x="3254826" y="3226217"/>
            <a:ext cx="1730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50"/>
                </a:solidFill>
                <a:latin typeface="Futura" pitchFamily="50" charset="0"/>
              </a:rPr>
              <a:t>Charging command</a:t>
            </a:r>
            <a:endParaRPr lang="zh-CN" altLang="en-US" sz="1400" dirty="0">
              <a:solidFill>
                <a:srgbClr val="00B050"/>
              </a:solidFill>
              <a:latin typeface="Futura" pitchFamily="50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2B9DAE-4064-8BC4-17EF-877E40DB8584}"/>
              </a:ext>
            </a:extLst>
          </p:cNvPr>
          <p:cNvSpPr/>
          <p:nvPr/>
        </p:nvSpPr>
        <p:spPr>
          <a:xfrm>
            <a:off x="9079112" y="4146119"/>
            <a:ext cx="2118654" cy="13670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671655F-4BD9-4611-A813-694AB0408C77}"/>
              </a:ext>
            </a:extLst>
          </p:cNvPr>
          <p:cNvSpPr/>
          <p:nvPr/>
        </p:nvSpPr>
        <p:spPr>
          <a:xfrm>
            <a:off x="9079111" y="4330906"/>
            <a:ext cx="2125288" cy="941106"/>
          </a:xfrm>
          <a:custGeom>
            <a:avLst/>
            <a:gdLst>
              <a:gd name="connsiteX0" fmla="*/ 0 w 2556510"/>
              <a:gd name="connsiteY0" fmla="*/ 449585 h 941106"/>
              <a:gd name="connsiteX1" fmla="*/ 624840 w 2556510"/>
              <a:gd name="connsiteY1" fmla="*/ 5 h 941106"/>
              <a:gd name="connsiteX2" fmla="*/ 1268730 w 2556510"/>
              <a:gd name="connsiteY2" fmla="*/ 457205 h 941106"/>
              <a:gd name="connsiteX3" fmla="*/ 1905000 w 2556510"/>
              <a:gd name="connsiteY3" fmla="*/ 941075 h 941106"/>
              <a:gd name="connsiteX4" fmla="*/ 2556510 w 2556510"/>
              <a:gd name="connsiteY4" fmla="*/ 476255 h 941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6510" h="941106">
                <a:moveTo>
                  <a:pt x="0" y="449585"/>
                </a:moveTo>
                <a:cubicBezTo>
                  <a:pt x="206692" y="224160"/>
                  <a:pt x="413385" y="-1265"/>
                  <a:pt x="624840" y="5"/>
                </a:cubicBezTo>
                <a:cubicBezTo>
                  <a:pt x="836295" y="1275"/>
                  <a:pt x="1055370" y="300360"/>
                  <a:pt x="1268730" y="457205"/>
                </a:cubicBezTo>
                <a:cubicBezTo>
                  <a:pt x="1482090" y="614050"/>
                  <a:pt x="1690370" y="937900"/>
                  <a:pt x="1905000" y="941075"/>
                </a:cubicBezTo>
                <a:cubicBezTo>
                  <a:pt x="2119630" y="944250"/>
                  <a:pt x="2338070" y="710252"/>
                  <a:pt x="2556510" y="476255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75495B-4488-4119-9174-78CB4D5398F5}"/>
              </a:ext>
            </a:extLst>
          </p:cNvPr>
          <p:cNvSpPr/>
          <p:nvPr/>
        </p:nvSpPr>
        <p:spPr>
          <a:xfrm>
            <a:off x="9079112" y="4314269"/>
            <a:ext cx="2125287" cy="968691"/>
          </a:xfrm>
          <a:custGeom>
            <a:avLst/>
            <a:gdLst>
              <a:gd name="connsiteX0" fmla="*/ 0 w 2564130"/>
              <a:gd name="connsiteY0" fmla="*/ 99798 h 968691"/>
              <a:gd name="connsiteX1" fmla="*/ 339090 w 2564130"/>
              <a:gd name="connsiteY1" fmla="*/ 404598 h 968691"/>
              <a:gd name="connsiteX2" fmla="*/ 1059180 w 2564130"/>
              <a:gd name="connsiteY2" fmla="*/ 968478 h 968691"/>
              <a:gd name="connsiteX3" fmla="*/ 1744980 w 2564130"/>
              <a:gd name="connsiteY3" fmla="*/ 465558 h 968691"/>
              <a:gd name="connsiteX4" fmla="*/ 2286000 w 2564130"/>
              <a:gd name="connsiteY4" fmla="*/ 23598 h 968691"/>
              <a:gd name="connsiteX5" fmla="*/ 2564130 w 2564130"/>
              <a:gd name="connsiteY5" fmla="*/ 99798 h 968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64130" h="968691">
                <a:moveTo>
                  <a:pt x="0" y="99798"/>
                </a:moveTo>
                <a:cubicBezTo>
                  <a:pt x="81280" y="179808"/>
                  <a:pt x="162560" y="259818"/>
                  <a:pt x="339090" y="404598"/>
                </a:cubicBezTo>
                <a:cubicBezTo>
                  <a:pt x="515620" y="549378"/>
                  <a:pt x="824865" y="958318"/>
                  <a:pt x="1059180" y="968478"/>
                </a:cubicBezTo>
                <a:cubicBezTo>
                  <a:pt x="1293495" y="978638"/>
                  <a:pt x="1540510" y="623038"/>
                  <a:pt x="1744980" y="465558"/>
                </a:cubicBezTo>
                <a:cubicBezTo>
                  <a:pt x="1949450" y="308078"/>
                  <a:pt x="2149475" y="84558"/>
                  <a:pt x="2286000" y="23598"/>
                </a:cubicBezTo>
                <a:cubicBezTo>
                  <a:pt x="2422525" y="-37362"/>
                  <a:pt x="2493327" y="31218"/>
                  <a:pt x="2564130" y="99798"/>
                </a:cubicBez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9D2FEF-1C33-4A79-A0B1-FABF31DC7F20}"/>
              </a:ext>
            </a:extLst>
          </p:cNvPr>
          <p:cNvSpPr/>
          <p:nvPr/>
        </p:nvSpPr>
        <p:spPr>
          <a:xfrm>
            <a:off x="9079110" y="4343041"/>
            <a:ext cx="2118656" cy="950756"/>
          </a:xfrm>
          <a:custGeom>
            <a:avLst/>
            <a:gdLst>
              <a:gd name="connsiteX0" fmla="*/ 0 w 2552700"/>
              <a:gd name="connsiteY0" fmla="*/ 892426 h 950756"/>
              <a:gd name="connsiteX1" fmla="*/ 289560 w 2552700"/>
              <a:gd name="connsiteY1" fmla="*/ 945766 h 950756"/>
              <a:gd name="connsiteX2" fmla="*/ 556260 w 2552700"/>
              <a:gd name="connsiteY2" fmla="*/ 781936 h 950756"/>
              <a:gd name="connsiteX3" fmla="*/ 914400 w 2552700"/>
              <a:gd name="connsiteY3" fmla="*/ 404746 h 950756"/>
              <a:gd name="connsiteX4" fmla="*/ 1504950 w 2552700"/>
              <a:gd name="connsiteY4" fmla="*/ 886 h 950756"/>
              <a:gd name="connsiteX5" fmla="*/ 2179320 w 2552700"/>
              <a:gd name="connsiteY5" fmla="*/ 519046 h 950756"/>
              <a:gd name="connsiteX6" fmla="*/ 2381250 w 2552700"/>
              <a:gd name="connsiteY6" fmla="*/ 740026 h 950756"/>
              <a:gd name="connsiteX7" fmla="*/ 2552700 w 2552700"/>
              <a:gd name="connsiteY7" fmla="*/ 865756 h 950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52700" h="950756">
                <a:moveTo>
                  <a:pt x="0" y="892426"/>
                </a:moveTo>
                <a:cubicBezTo>
                  <a:pt x="98425" y="928303"/>
                  <a:pt x="196850" y="964181"/>
                  <a:pt x="289560" y="945766"/>
                </a:cubicBezTo>
                <a:cubicBezTo>
                  <a:pt x="382270" y="927351"/>
                  <a:pt x="452120" y="872106"/>
                  <a:pt x="556260" y="781936"/>
                </a:cubicBezTo>
                <a:cubicBezTo>
                  <a:pt x="660400" y="691766"/>
                  <a:pt x="756285" y="534921"/>
                  <a:pt x="914400" y="404746"/>
                </a:cubicBezTo>
                <a:cubicBezTo>
                  <a:pt x="1072515" y="274571"/>
                  <a:pt x="1294130" y="-18164"/>
                  <a:pt x="1504950" y="886"/>
                </a:cubicBezTo>
                <a:cubicBezTo>
                  <a:pt x="1715770" y="19936"/>
                  <a:pt x="2033270" y="395856"/>
                  <a:pt x="2179320" y="519046"/>
                </a:cubicBezTo>
                <a:cubicBezTo>
                  <a:pt x="2325370" y="642236"/>
                  <a:pt x="2319020" y="682241"/>
                  <a:pt x="2381250" y="740026"/>
                </a:cubicBezTo>
                <a:cubicBezTo>
                  <a:pt x="2443480" y="797811"/>
                  <a:pt x="2498090" y="831783"/>
                  <a:pt x="2552700" y="865756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F31FD8-F78A-256E-13B4-6C7FB278F1E3}"/>
              </a:ext>
            </a:extLst>
          </p:cNvPr>
          <p:cNvGrpSpPr/>
          <p:nvPr/>
        </p:nvGrpSpPr>
        <p:grpSpPr>
          <a:xfrm>
            <a:off x="10040917" y="2564882"/>
            <a:ext cx="1889418" cy="985337"/>
            <a:chOff x="10040917" y="2564882"/>
            <a:chExt cx="1889418" cy="98533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54A9DE6-6FC9-2BEC-382D-F24F94EA88B6}"/>
                </a:ext>
              </a:extLst>
            </p:cNvPr>
            <p:cNvSpPr/>
            <p:nvPr/>
          </p:nvSpPr>
          <p:spPr>
            <a:xfrm>
              <a:off x="10040917" y="2564882"/>
              <a:ext cx="1888403" cy="98533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文本框 53">
              <a:extLst>
                <a:ext uri="{FF2B5EF4-FFF2-40B4-BE49-F238E27FC236}">
                  <a16:creationId xmlns:a16="http://schemas.microsoft.com/office/drawing/2014/main" id="{6F1531A8-CB3C-804D-8177-11FF022E7555}"/>
                </a:ext>
              </a:extLst>
            </p:cNvPr>
            <p:cNvSpPr txBox="1"/>
            <p:nvPr/>
          </p:nvSpPr>
          <p:spPr>
            <a:xfrm>
              <a:off x="10061075" y="2642052"/>
              <a:ext cx="18692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latin typeface="Futura" pitchFamily="50" charset="0"/>
                </a:rPr>
                <a:t>AI Based Control of the Fast Charging Station</a:t>
              </a:r>
              <a:endParaRPr lang="zh-CN" altLang="en-US" sz="1600" dirty="0">
                <a:latin typeface="Futura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0189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245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Futura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 Wang</dc:creator>
  <cp:lastModifiedBy>Zian Qin</cp:lastModifiedBy>
  <cp:revision>4</cp:revision>
  <dcterms:created xsi:type="dcterms:W3CDTF">2021-09-19T08:54:47Z</dcterms:created>
  <dcterms:modified xsi:type="dcterms:W3CDTF">2025-04-16T09:54:21Z</dcterms:modified>
</cp:coreProperties>
</file>